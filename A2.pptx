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svg" ContentType="image/svg+xml"/>
  <Override PartName="/ppt/media/image4.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3" r:id="rId4"/>
    <p:sldMasterId id="2147483686" r:id="rId5"/>
  </p:sldMasterIdLst>
  <p:notesMasterIdLst>
    <p:notesMasterId r:id="rId7"/>
  </p:notesMasterIdLst>
  <p:sldIdLst>
    <p:sldId id="257" r:id="rId6"/>
    <p:sldId id="258" r:id="rId8"/>
    <p:sldId id="259" r:id="rId9"/>
    <p:sldId id="260" r:id="rId10"/>
    <p:sldId id="278" r:id="rId11"/>
    <p:sldId id="261" r:id="rId12"/>
    <p:sldId id="262" r:id="rId13"/>
    <p:sldId id="263" r:id="rId14"/>
    <p:sldId id="264" r:id="rId15"/>
    <p:sldId id="265" r:id="rId16"/>
    <p:sldId id="267" r:id="rId17"/>
    <p:sldId id="268" r:id="rId18"/>
    <p:sldId id="269" r:id="rId19"/>
    <p:sldId id="279" r:id="rId20"/>
    <p:sldId id="266" r:id="rId21"/>
    <p:sldId id="270" r:id="rId22"/>
    <p:sldId id="271" r:id="rId23"/>
    <p:sldId id="272" r:id="rId24"/>
    <p:sldId id="273" r:id="rId25"/>
    <p:sldId id="274" r:id="rId26"/>
    <p:sldId id="275" r:id="rId27"/>
    <p:sldId id="276" r:id="rId28"/>
    <p:sldId id="277"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6" Type="http://schemas.openxmlformats.org/officeDocument/2006/relationships/tags" Target="../tags/tag11.xml"/><Relationship Id="rId15" Type="http://schemas.openxmlformats.org/officeDocument/2006/relationships/tags" Target="../tags/tag10.xml"/><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image" Target="../media/image4.svg"/><Relationship Id="rId10"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image" Target="../media/image6.svg"/><Relationship Id="rId7" Type="http://schemas.openxmlformats.org/officeDocument/2006/relationships/image" Target="../media/image5.png"/><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5" Type="http://schemas.openxmlformats.org/officeDocument/2006/relationships/image" Target="../media/image8.svg"/><Relationship Id="rId14" Type="http://schemas.openxmlformats.org/officeDocument/2006/relationships/image" Target="../media/image3.png"/><Relationship Id="rId13" Type="http://schemas.openxmlformats.org/officeDocument/2006/relationships/tags" Target="../tags/tag68.xml"/><Relationship Id="rId12" Type="http://schemas.openxmlformats.org/officeDocument/2006/relationships/image" Target="../media/image7.svg"/><Relationship Id="rId11" Type="http://schemas.openxmlformats.org/officeDocument/2006/relationships/image" Target="../media/image1.png"/><Relationship Id="rId10" Type="http://schemas.openxmlformats.org/officeDocument/2006/relationships/tags" Target="../tags/tag67.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6" Type="http://schemas.openxmlformats.org/officeDocument/2006/relationships/tags" Target="../tags/tag86.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image" Target="../media/image4.svg"/><Relationship Id="rId10"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image" Target="../media/image6.svg"/><Relationship Id="rId7" Type="http://schemas.openxmlformats.org/officeDocument/2006/relationships/image" Target="../media/image5.png"/><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5" Type="http://schemas.openxmlformats.org/officeDocument/2006/relationships/image" Target="../media/image8.svg"/><Relationship Id="rId14" Type="http://schemas.openxmlformats.org/officeDocument/2006/relationships/image" Target="../media/image3.png"/><Relationship Id="rId13" Type="http://schemas.openxmlformats.org/officeDocument/2006/relationships/tags" Target="../tags/tag143.xml"/><Relationship Id="rId12" Type="http://schemas.openxmlformats.org/officeDocument/2006/relationships/image" Target="../media/image7.svg"/><Relationship Id="rId11" Type="http://schemas.openxmlformats.org/officeDocument/2006/relationships/image" Target="../media/image1.png"/><Relationship Id="rId10" Type="http://schemas.openxmlformats.org/officeDocument/2006/relationships/tags" Target="../tags/tag142.xm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6" Type="http://schemas.openxmlformats.org/officeDocument/2006/relationships/tags" Target="../tags/tag161.xml"/><Relationship Id="rId15" Type="http://schemas.openxmlformats.org/officeDocument/2006/relationships/tags" Target="../tags/tag160.xml"/><Relationship Id="rId14" Type="http://schemas.openxmlformats.org/officeDocument/2006/relationships/tags" Target="../tags/tag159.xml"/><Relationship Id="rId13" Type="http://schemas.openxmlformats.org/officeDocument/2006/relationships/tags" Target="../tags/tag158.xml"/><Relationship Id="rId12" Type="http://schemas.openxmlformats.org/officeDocument/2006/relationships/tags" Target="../tags/tag157.xml"/><Relationship Id="rId11" Type="http://schemas.openxmlformats.org/officeDocument/2006/relationships/image" Target="../media/image4.svg"/><Relationship Id="rId10" Type="http://schemas.openxmlformats.org/officeDocument/2006/relationships/image" Target="../media/image3.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6" Type="http://schemas.openxmlformats.org/officeDocument/2006/relationships/tags" Target="../tags/tag166.xml"/><Relationship Id="rId5" Type="http://schemas.openxmlformats.org/officeDocument/2006/relationships/tags" Target="../tags/tag165.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image" Target="../media/image6.svg"/><Relationship Id="rId7" Type="http://schemas.openxmlformats.org/officeDocument/2006/relationships/image" Target="../media/image5.png"/><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1" Type="http://schemas.openxmlformats.org/officeDocument/2006/relationships/tags" Target="../tags/tag178.xml"/><Relationship Id="rId10" Type="http://schemas.openxmlformats.org/officeDocument/2006/relationships/tags" Target="../tags/tag177.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7" Type="http://schemas.openxmlformats.org/officeDocument/2006/relationships/tags" Target="../tags/tag184.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9" Type="http://schemas.openxmlformats.org/officeDocument/2006/relationships/tags" Target="../tags/tag216.xml"/><Relationship Id="rId8" Type="http://schemas.openxmlformats.org/officeDocument/2006/relationships/tags" Target="../tags/tag215.xml"/><Relationship Id="rId7" Type="http://schemas.openxmlformats.org/officeDocument/2006/relationships/tags" Target="../tags/tag214.xml"/><Relationship Id="rId6" Type="http://schemas.openxmlformats.org/officeDocument/2006/relationships/tags" Target="../tags/tag213.xml"/><Relationship Id="rId5" Type="http://schemas.openxmlformats.org/officeDocument/2006/relationships/tags" Target="../tags/tag212.xml"/><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5" Type="http://schemas.openxmlformats.org/officeDocument/2006/relationships/image" Target="../media/image8.svg"/><Relationship Id="rId14" Type="http://schemas.openxmlformats.org/officeDocument/2006/relationships/image" Target="../media/image3.png"/><Relationship Id="rId13" Type="http://schemas.openxmlformats.org/officeDocument/2006/relationships/tags" Target="../tags/tag218.xml"/><Relationship Id="rId12" Type="http://schemas.openxmlformats.org/officeDocument/2006/relationships/image" Target="../media/image7.svg"/><Relationship Id="rId11" Type="http://schemas.openxmlformats.org/officeDocument/2006/relationships/image" Target="../media/image1.png"/><Relationship Id="rId10" Type="http://schemas.openxmlformats.org/officeDocument/2006/relationships/tags" Target="../tags/tag217.xml"/><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2" name="任意多边形: 形状 37"/>
          <p:cNvSpPr/>
          <p:nvPr>
            <p:custDataLst>
              <p:tags r:id="rId2"/>
            </p:custDataLst>
          </p:nvPr>
        </p:nvSpPr>
        <p:spPr>
          <a:xfrm flipH="1" flipV="1">
            <a:off x="0" y="-4767"/>
            <a:ext cx="6517640" cy="6856095"/>
          </a:xfrm>
          <a:custGeom>
            <a:avLst/>
            <a:gdLst>
              <a:gd name="connsiteX0" fmla="*/ 11073245 w 11073245"/>
              <a:gd name="connsiteY0" fmla="*/ 7199311 h 7199311"/>
              <a:gd name="connsiteX1" fmla="*/ 0 w 11073245"/>
              <a:gd name="connsiteY1" fmla="*/ 7199311 h 7199311"/>
              <a:gd name="connsiteX2" fmla="*/ 0 w 11073245"/>
              <a:gd name="connsiteY2" fmla="*/ 0 h 7199311"/>
              <a:gd name="connsiteX3" fmla="*/ 11073245 w 11073245"/>
              <a:gd name="connsiteY3" fmla="*/ 0 h 7199311"/>
            </a:gdLst>
            <a:ahLst/>
            <a:cxnLst>
              <a:cxn ang="0">
                <a:pos x="connsiteX0" y="connsiteY0"/>
              </a:cxn>
              <a:cxn ang="0">
                <a:pos x="connsiteX1" y="connsiteY1"/>
              </a:cxn>
              <a:cxn ang="0">
                <a:pos x="connsiteX2" y="connsiteY2"/>
              </a:cxn>
              <a:cxn ang="0">
                <a:pos x="connsiteX3" y="connsiteY3"/>
              </a:cxn>
            </a:cxnLst>
            <a:rect l="l" t="t" r="r" b="b"/>
            <a:pathLst>
              <a:path w="11073245" h="7199311">
                <a:moveTo>
                  <a:pt x="11073245" y="7199311"/>
                </a:moveTo>
                <a:lnTo>
                  <a:pt x="0" y="7199311"/>
                </a:lnTo>
                <a:lnTo>
                  <a:pt x="0" y="0"/>
                </a:lnTo>
                <a:lnTo>
                  <a:pt x="11073245" y="0"/>
                </a:lnTo>
                <a:close/>
              </a:path>
            </a:pathLst>
          </a:custGeom>
          <a:gradFill flip="none" rotWithShape="1">
            <a:gsLst>
              <a:gs pos="0">
                <a:schemeClr val="accent1">
                  <a:alpha val="50000"/>
                </a:schemeClr>
              </a:gs>
              <a:gs pos="47000">
                <a:schemeClr val="accent1">
                  <a:lumMod val="20000"/>
                  <a:lumOff val="80000"/>
                  <a:alpha val="0"/>
                </a:schemeClr>
              </a:gs>
            </a:gsLst>
            <a:path path="circle">
              <a:fillToRect l="100000" b="100000"/>
            </a:path>
            <a:tileRect t="-100000" r="-100000"/>
          </a:gradFill>
          <a:ln w="12700" cap="flat" cmpd="sng" algn="ctr">
            <a:noFill/>
            <a:prstDash val="solid"/>
            <a:miter lim="800000"/>
          </a:ln>
          <a:effectLst/>
        </p:spPr>
        <p:style>
          <a:lnRef idx="2">
            <a:srgbClr val="0099FF">
              <a:shade val="50000"/>
            </a:srgbClr>
          </a:lnRef>
          <a:fillRef idx="1">
            <a:srgbClr val="0099FF"/>
          </a:fillRef>
          <a:effectRef idx="0">
            <a:srgbClr val="0099FF"/>
          </a:effectRef>
          <a:fontRef idx="minor">
            <a:sysClr val="window" lastClr="FFFFFF"/>
          </a:fontRef>
        </p:style>
        <p:txBody>
          <a:bodyPr wrap="square" rtlCol="0" anchor="ctr">
            <a:noAutofit/>
          </a:bodyPr>
          <a:lstStyle/>
          <a:p>
            <a:pPr algn="ctr"/>
            <a:endParaRPr lang="zh-CN" altLang="en-US">
              <a:cs typeface="MiSans Normal" charset="-122"/>
            </a:endParaRPr>
          </a:p>
        </p:txBody>
      </p:sp>
      <p:sp>
        <p:nvSpPr>
          <p:cNvPr id="16" name="椭圆 15"/>
          <p:cNvSpPr/>
          <p:nvPr>
            <p:custDataLst>
              <p:tags r:id="rId3"/>
            </p:custDataLst>
          </p:nvPr>
        </p:nvSpPr>
        <p:spPr>
          <a:xfrm>
            <a:off x="9721215" y="1270"/>
            <a:ext cx="2416810" cy="2159635"/>
          </a:xfrm>
          <a:prstGeom prst="ellipse">
            <a:avLst/>
          </a:prstGeom>
          <a:gradFill>
            <a:gsLst>
              <a:gs pos="0">
                <a:schemeClr val="accent1">
                  <a:lumMod val="40000"/>
                  <a:lumOff val="60000"/>
                </a:schemeClr>
              </a:gs>
              <a:gs pos="100000">
                <a:schemeClr val="accent2">
                  <a:lumMod val="75000"/>
                </a:schemeClr>
              </a:gs>
            </a:gsLst>
            <a:lin ang="7200000" scaled="0"/>
          </a:gradFill>
          <a:ln>
            <a:noFill/>
          </a:ln>
          <a:effectLst>
            <a:softEdge rad="850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sp>
        <p:nvSpPr>
          <p:cNvPr id="11" name="椭圆 10"/>
          <p:cNvSpPr/>
          <p:nvPr>
            <p:custDataLst>
              <p:tags r:id="rId4"/>
            </p:custDataLst>
          </p:nvPr>
        </p:nvSpPr>
        <p:spPr>
          <a:xfrm rot="20622537">
            <a:off x="2338705" y="2000885"/>
            <a:ext cx="7515225" cy="203962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pic>
        <p:nvPicPr>
          <p:cNvPr id="10" name="图形 12"/>
          <p:cNvPicPr>
            <a:picLocks noChangeAspect="1"/>
          </p:cNvPicPr>
          <p:nvPr>
            <p:custDataLst>
              <p:tags r:id="rId5"/>
            </p:custDataLst>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700000">
            <a:off x="7799705" y="1013460"/>
            <a:ext cx="1157605" cy="1157605"/>
          </a:xfrm>
          <a:prstGeom prst="rect">
            <a:avLst/>
          </a:prstGeom>
        </p:spPr>
      </p:pic>
      <p:sp>
        <p:nvSpPr>
          <p:cNvPr id="9" name="标题" descr="7b0a20202020227461726765744d6f64756c65223a202270726f636573734f6e6c696e65466f6e7473220a7d0a"/>
          <p:cNvSpPr txBox="1">
            <a:spLocks noGrp="1"/>
          </p:cNvSpPr>
          <p:nvPr>
            <p:ph type="title" idx="5" hasCustomPrompt="1"/>
            <p:custDataLst>
              <p:tags r:id="rId8"/>
            </p:custDataLst>
          </p:nvPr>
        </p:nvSpPr>
        <p:spPr>
          <a:xfrm>
            <a:off x="1551940" y="1732280"/>
            <a:ext cx="9091295" cy="2182495"/>
          </a:xfrm>
          <a:prstGeom prst="rect">
            <a:avLst/>
          </a:prstGeom>
          <a:noFill/>
        </p:spPr>
        <p:txBody>
          <a:bodyPr wrap="square" lIns="91440" tIns="45720" rIns="91440" bIns="45720" rtlCol="0" anchor="b" anchorCtr="0">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dirty="0">
                <a:solidFill>
                  <a:schemeClr val="tx1"/>
                </a:solidFill>
                <a:latin typeface="+mj-ea"/>
                <a:ea typeface="+mj-ea"/>
                <a:cs typeface="MiSans Normal" charset="-122"/>
                <a:sym typeface="+mn-ea"/>
              </a:defRPr>
            </a:lvl1pPr>
          </a:lstStyle>
          <a:p>
            <a:pPr lvl="0" algn="ctr">
              <a:buClrTx/>
              <a:buSzTx/>
              <a:buFontTx/>
            </a:pPr>
            <a:r>
              <a:rPr dirty="0">
                <a:sym typeface="+mn-ea"/>
              </a:rPr>
              <a:t>单击此处编辑标题</a:t>
            </a:r>
            <a:endParaRPr dirty="0">
              <a:sym typeface="+mn-ea"/>
            </a:endParaRPr>
          </a:p>
        </p:txBody>
      </p:sp>
      <p:pic>
        <p:nvPicPr>
          <p:cNvPr id="19" name="图形 16"/>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10212943" y="5334181"/>
            <a:ext cx="1427948" cy="1427948"/>
          </a:xfrm>
          <a:prstGeom prst="rect">
            <a:avLst/>
          </a:prstGeom>
        </p:spPr>
      </p:pic>
      <p:sp>
        <p:nvSpPr>
          <p:cNvPr id="8" name="副标题" descr="7b0a20202020227461726765744d6f64756c65223a202270726f636573734f6e6c696e65466f6e7473220a7d0a"/>
          <p:cNvSpPr txBox="1">
            <a:spLocks noGrp="1"/>
          </p:cNvSpPr>
          <p:nvPr>
            <p:ph type="body" idx="2" hasCustomPrompt="1"/>
            <p:custDataLst>
              <p:tags r:id="rId12"/>
            </p:custDataLst>
          </p:nvPr>
        </p:nvSpPr>
        <p:spPr>
          <a:xfrm>
            <a:off x="518160" y="5792470"/>
            <a:ext cx="2536825" cy="699770"/>
          </a:xfrm>
          <a:prstGeom prst="rect">
            <a:avLst/>
          </a:prstGeom>
          <a:noFill/>
        </p:spPr>
        <p:txBody>
          <a:bodyPr wrap="square" lIns="91440" tIns="45720" rIns="91440" bIns="45720" rtlCol="0" anchor="ctr" anchorCtr="0">
            <a:normAutofit/>
          </a:bodyPr>
          <a:lstStyle>
            <a:lvl1pPr marL="0" marR="0" lvl="0" algn="l" defTabSz="914400" rtl="0" eaLnBrk="1" fontAlgn="auto" latinLnBrk="0" hangingPunct="1">
              <a:lnSpc>
                <a:spcPct val="100000"/>
              </a:lnSpc>
              <a:buClrTx/>
              <a:buSzTx/>
              <a:buFontTx/>
              <a:buNone/>
              <a:defRPr kumimoji="0" lang="zh-CN" altLang="en-US" sz="1600" b="0" i="0" u="none" strike="noStrike" kern="1200" cap="none" spc="0" normalizeH="0" baseline="0" noProof="1" dirty="0">
                <a:solidFill>
                  <a:schemeClr val="tx1"/>
                </a:solidFill>
                <a:latin typeface="+mj-ea"/>
                <a:ea typeface="+mj-ea"/>
                <a:cs typeface="MiSans Normal" charset="-122"/>
                <a:sym typeface="+mn-ea"/>
              </a:defRPr>
            </a:lvl1pPr>
          </a:lstStyle>
          <a:p>
            <a:pPr lvl="0" algn="l">
              <a:buClrTx/>
              <a:buSzTx/>
              <a:buFontTx/>
            </a:pPr>
            <a:r>
              <a:rPr dirty="0">
                <a:sym typeface="+mn-ea"/>
              </a:rPr>
              <a:t>单击此处编辑文本</a:t>
            </a:r>
            <a:endParaRPr dirty="0">
              <a:sym typeface="+mn-ea"/>
            </a:endParaRPr>
          </a:p>
        </p:txBody>
      </p:sp>
      <p:sp>
        <p:nvSpPr>
          <p:cNvPr id="7" name="副标题" descr="7b0a20202020227461726765744d6f64756c65223a202270726f636573734f6e6c696e65466f6e7473220a7d0a"/>
          <p:cNvSpPr txBox="1">
            <a:spLocks noGrp="1"/>
          </p:cNvSpPr>
          <p:nvPr>
            <p:ph type="body" idx="1" hasCustomPrompt="1"/>
            <p:custDataLst>
              <p:tags r:id="rId13"/>
            </p:custDataLst>
          </p:nvPr>
        </p:nvSpPr>
        <p:spPr>
          <a:xfrm>
            <a:off x="1551940" y="3914775"/>
            <a:ext cx="8883015" cy="774700"/>
          </a:xfrm>
          <a:prstGeom prst="rect">
            <a:avLst/>
          </a:prstGeom>
          <a:noFill/>
        </p:spPr>
        <p:txBody>
          <a:bodyPr vert="horz" wrap="square" lIns="91440" tIns="45720" rIns="91440" bIns="45720" rtlCol="0" anchor="t" anchorCtr="0">
            <a:normAutofit/>
          </a:bodyPr>
          <a:lstStyle>
            <a:lvl1pPr marL="0" marR="0" lvl="0" algn="ctr" defTabSz="914400" rtl="0" eaLnBrk="1" fontAlgn="auto" latinLnBrk="0" hangingPunct="1">
              <a:lnSpc>
                <a:spcPct val="110000"/>
              </a:lnSpc>
              <a:buClrTx/>
              <a:buSzTx/>
              <a:buFontTx/>
              <a:buNone/>
              <a:defRPr kumimoji="0" lang="en-US" altLang="zh-CN" sz="1600" b="0" i="0" u="none" strike="noStrike" kern="1200" cap="none" spc="500" normalizeH="0" baseline="0" noProof="1" dirty="0">
                <a:ln>
                  <a:noFill/>
                </a:ln>
                <a:solidFill>
                  <a:schemeClr val="accent1"/>
                </a:solidFill>
                <a:latin typeface="+mj-ea"/>
                <a:ea typeface="+mj-ea"/>
                <a:cs typeface="MiSans Normal" charset="-122"/>
                <a:sym typeface="+mn-ea"/>
              </a:defRPr>
            </a:lvl1pPr>
          </a:lstStyle>
          <a:p>
            <a:pPr lvl="0" algn="ctr">
              <a:lnSpc>
                <a:spcPct val="110000"/>
              </a:lnSpc>
              <a:buClrTx/>
              <a:buSzTx/>
              <a:buFontTx/>
            </a:pPr>
            <a:r>
              <a:rPr>
                <a:sym typeface="+mn-ea"/>
              </a:rPr>
              <a:t>单击此处编辑母版副标题样式</a:t>
            </a:r>
            <a:endParaRPr>
              <a:sym typeface="+mn-ea"/>
            </a:endParaRPr>
          </a:p>
        </p:txBody>
      </p:sp>
      <p:sp>
        <p:nvSpPr>
          <p:cNvPr id="4" name="日期占位符 3"/>
          <p:cNvSpPr>
            <a:spLocks noGrp="1"/>
          </p:cNvSpPr>
          <p:nvPr>
            <p:ph type="dt" sz="half" idx="10"/>
            <p:custDataLst>
              <p:tags r:id="rId14"/>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 name="正文" descr="7b0a20202020227461726765744d6f64756c65223a202270726f636573734f6e6c696e65466f6e7473220a7d0a"/>
          <p:cNvSpPr txBox="1">
            <a:spLocks noGrp="1"/>
          </p:cNvSpPr>
          <p:nvPr>
            <p:ph idx="3"/>
            <p:custDataLst>
              <p:tags r:id="rId2"/>
            </p:custDataLst>
          </p:nvPr>
        </p:nvSpPr>
        <p:spPr>
          <a:xfrm>
            <a:off x="608330" y="1376045"/>
            <a:ext cx="10968990" cy="487362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548235"/>
              </a:buClr>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dirty="0">
                <a:sym typeface="+mn-ea"/>
              </a:rPr>
              <a:t>单击此处编辑母版文本样式</a:t>
            </a:r>
            <a:endParaRPr dirty="0">
              <a:sym typeface="+mn-ea"/>
            </a:endParaRPr>
          </a:p>
          <a:p>
            <a:pPr lvl="1">
              <a:spcBef>
                <a:spcPts val="1200"/>
              </a:spcBef>
              <a:spcAft>
                <a:spcPts val="0"/>
              </a:spcAft>
              <a:buClr>
                <a:srgbClr val="548235"/>
              </a:buClr>
            </a:pPr>
            <a:r>
              <a:rPr dirty="0" err="1">
                <a:sym typeface="+mn-ea"/>
              </a:rPr>
              <a:t>第二级</a:t>
            </a:r>
            <a:endParaRPr dirty="0">
              <a:sym typeface="+mn-ea"/>
            </a:endParaRPr>
          </a:p>
          <a:p>
            <a:pPr lvl="2">
              <a:spcBef>
                <a:spcPts val="1200"/>
              </a:spcBef>
              <a:spcAft>
                <a:spcPts val="0"/>
              </a:spcAft>
              <a:buClr>
                <a:srgbClr val="548235"/>
              </a:buClr>
            </a:pPr>
            <a:r>
              <a:rPr dirty="0" err="1">
                <a:sym typeface="+mn-ea"/>
              </a:rPr>
              <a:t>第三级</a:t>
            </a:r>
            <a:endParaRPr dirty="0">
              <a:sym typeface="+mn-ea"/>
            </a:endParaRPr>
          </a:p>
          <a:p>
            <a:pPr lvl="3">
              <a:spcBef>
                <a:spcPts val="1200"/>
              </a:spcBef>
              <a:spcAft>
                <a:spcPts val="0"/>
              </a:spcAft>
              <a:buClr>
                <a:srgbClr val="548235"/>
              </a:buClr>
            </a:pPr>
            <a:r>
              <a:rPr dirty="0" err="1">
                <a:sym typeface="+mn-ea"/>
              </a:rPr>
              <a:t>第四级</a:t>
            </a:r>
            <a:endParaRPr dirty="0">
              <a:sym typeface="+mn-ea"/>
            </a:endParaRPr>
          </a:p>
          <a:p>
            <a:pPr lvl="4">
              <a:spcBef>
                <a:spcPts val="1200"/>
              </a:spcBef>
              <a:spcAft>
                <a:spcPts val="0"/>
              </a:spcAft>
              <a:buClr>
                <a:srgbClr val="548235"/>
              </a:buClr>
            </a:pPr>
            <a:r>
              <a:rPr dirty="0" err="1">
                <a:sym typeface="+mn-ea"/>
              </a:rPr>
              <a:t>第五级</a:t>
            </a:r>
            <a:endParaRPr dirty="0">
              <a:sym typeface="+mn-ea"/>
            </a:endParaRPr>
          </a:p>
        </p:txBody>
      </p:sp>
      <p:sp>
        <p:nvSpPr>
          <p:cNvPr id="7" name="标题" descr="7b0a20202020227461726765744d6f64756c65223a202270726f636573734f6e6c696e65466f6e7473220a7d0a"/>
          <p:cNvSpPr txBox="1">
            <a:spLocks noGrp="1"/>
          </p:cNvSpPr>
          <p:nvPr>
            <p:ph type="title" idx="2"/>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iSans Normal" charset="-122"/>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10"/>
            <p:custDataLst>
              <p:tags r:id="rId4"/>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6" name="标题"/>
          <p:cNvSpPr txBox="1">
            <a:spLocks noGrp="1"/>
          </p:cNvSpPr>
          <p:nvPr>
            <p:ph type="title" idx="1"/>
            <p:custDataLst>
              <p:tags r:id="rId2"/>
            </p:custDataLst>
          </p:nvPr>
        </p:nvSpPr>
        <p:spPr>
          <a:xfrm>
            <a:off x="820489" y="734130"/>
            <a:ext cx="10248193" cy="646331"/>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altLang="zh-CN" sz="3600" b="0" i="0" u="none" strike="noStrike" kern="1200" cap="none" spc="0" normalizeH="0" baseline="0" noProof="1" dirty="0">
                <a:solidFill>
                  <a:schemeClr val="tx1"/>
                </a:solidFill>
                <a:latin typeface="+mj-ea"/>
                <a:ea typeface="+mj-ea"/>
                <a:cs typeface="MiSans Normal" charset="-122"/>
                <a:sym typeface="+mn-ea"/>
              </a:defRPr>
            </a:lvl1pPr>
          </a:lstStyle>
          <a:p>
            <a:pPr lvl="0"/>
            <a:r>
              <a:rPr dirty="0" err="1">
                <a:sym typeface="+mn-ea"/>
              </a:rPr>
              <a:t>单击此处编辑母版标题样式</a:t>
            </a:r>
            <a:endParaRPr dirty="0">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0" name="椭圆 9"/>
          <p:cNvSpPr/>
          <p:nvPr>
            <p:custDataLst>
              <p:tags r:id="rId2"/>
            </p:custDataLst>
          </p:nvPr>
        </p:nvSpPr>
        <p:spPr>
          <a:xfrm>
            <a:off x="635" y="2720975"/>
            <a:ext cx="4062095" cy="4137025"/>
          </a:xfrm>
          <a:prstGeom prst="ellipse">
            <a:avLst/>
          </a:prstGeom>
          <a:solidFill>
            <a:schemeClr val="accent1">
              <a:lumMod val="60000"/>
              <a:lumOff val="40000"/>
              <a:alpha val="50000"/>
            </a:schemeClr>
          </a:solidFill>
          <a:ln>
            <a:noFill/>
          </a:ln>
          <a:effectLst>
            <a:softEdge rad="1155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0"/>
                </a:schemeClr>
              </a:solidFill>
              <a:cs typeface="MiSans Normal" charset="-122"/>
            </a:endParaRPr>
          </a:p>
        </p:txBody>
      </p:sp>
      <p:sp>
        <p:nvSpPr>
          <p:cNvPr id="9" name="椭圆 8"/>
          <p:cNvSpPr/>
          <p:nvPr>
            <p:custDataLst>
              <p:tags r:id="rId3"/>
            </p:custDataLst>
          </p:nvPr>
        </p:nvSpPr>
        <p:spPr>
          <a:xfrm>
            <a:off x="9669780" y="635"/>
            <a:ext cx="2522855" cy="2348865"/>
          </a:xfrm>
          <a:prstGeom prst="ellipse">
            <a:avLst/>
          </a:prstGeom>
          <a:gradFill>
            <a:gsLst>
              <a:gs pos="0">
                <a:schemeClr val="accent1">
                  <a:lumMod val="40000"/>
                  <a:lumOff val="60000"/>
                </a:schemeClr>
              </a:gs>
              <a:gs pos="100000">
                <a:schemeClr val="accent1"/>
              </a:gs>
            </a:gsLst>
            <a:lin ang="7200000" scaled="0"/>
          </a:gradFill>
          <a:ln>
            <a:noFill/>
          </a:ln>
          <a:effectLst>
            <a:softEdge rad="850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sp>
        <p:nvSpPr>
          <p:cNvPr id="8" name="节编号"/>
          <p:cNvSpPr txBox="1">
            <a:spLocks noGrp="1"/>
          </p:cNvSpPr>
          <p:nvPr>
            <p:ph type="body" idx="3" hasCustomPrompt="1"/>
            <p:custDataLst>
              <p:tags r:id="rId4"/>
            </p:custDataLst>
          </p:nvPr>
        </p:nvSpPr>
        <p:spPr>
          <a:xfrm>
            <a:off x="2014220" y="2289811"/>
            <a:ext cx="2496820" cy="2117724"/>
          </a:xfrm>
          <a:prstGeom prst="rect">
            <a:avLst/>
          </a:prstGeom>
          <a:noFill/>
        </p:spPr>
        <p:txBody>
          <a:bodyPr wrap="square" lIns="91440" tIns="45720" rIns="91440" bIns="45720" rtlCol="0" anchor="ctr" anchorCtr="0">
            <a:normAutofit/>
          </a:bodyPr>
          <a:lstStyle>
            <a:lvl1pPr marL="0" marR="0" lvl="0" algn="l" defTabSz="914400" rtl="0" eaLnBrk="1" fontAlgn="auto" latinLnBrk="0" hangingPunct="1">
              <a:lnSpc>
                <a:spcPct val="100000"/>
              </a:lnSpc>
              <a:buClrTx/>
              <a:buSzTx/>
              <a:buFontTx/>
              <a:buNone/>
              <a:defRPr kumimoji="0" lang="en-US" altLang="zh-CN" sz="3600" b="0" i="0" u="none" strike="noStrike" kern="1200" cap="none" spc="0" normalizeH="0" baseline="0" noProof="1" dirty="0">
                <a:ln>
                  <a:solidFill>
                    <a:schemeClr val="accent1"/>
                  </a:solidFill>
                </a:ln>
                <a:noFill/>
                <a:latin typeface="+mj-ea"/>
                <a:ea typeface="+mj-ea"/>
                <a:cs typeface="MiSans Normal" charset="-122"/>
                <a:sym typeface="+mn-ea"/>
              </a:defRPr>
            </a:lvl1pPr>
          </a:lstStyle>
          <a:p>
            <a:pPr lvl="0" algn="l">
              <a:buClrTx/>
              <a:buSzTx/>
              <a:buFontTx/>
            </a:pPr>
            <a:r>
              <a:rPr dirty="0" err="1">
                <a:sym typeface="+mn-ea"/>
              </a:rPr>
              <a:t>编辑节编号</a:t>
            </a:r>
            <a:endParaRPr dirty="0">
              <a:sym typeface="+mn-ea"/>
            </a:endParaRPr>
          </a:p>
        </p:txBody>
      </p:sp>
      <p:sp>
        <p:nvSpPr>
          <p:cNvPr id="7" name="标题"/>
          <p:cNvSpPr txBox="1">
            <a:spLocks noGrp="1"/>
          </p:cNvSpPr>
          <p:nvPr>
            <p:ph type="title" idx="2" hasCustomPrompt="1"/>
            <p:custDataLst>
              <p:tags r:id="rId5"/>
            </p:custDataLst>
          </p:nvPr>
        </p:nvSpPr>
        <p:spPr>
          <a:xfrm>
            <a:off x="4511040" y="2289810"/>
            <a:ext cx="3531235" cy="2117090"/>
          </a:xfrm>
          <a:prstGeom prst="rect">
            <a:avLst/>
          </a:prstGeom>
          <a:noFill/>
        </p:spPr>
        <p:txBody>
          <a:bodyPr wrap="square" lIns="0" tIns="0" rIns="0" bIns="0" rtlCol="0" anchor="ctr" anchorCtr="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0" normalizeH="0" baseline="0" noProof="1" dirty="0">
                <a:solidFill>
                  <a:schemeClr val="tx1"/>
                </a:solidFill>
                <a:latin typeface="+mj-ea"/>
                <a:ea typeface="+mj-ea"/>
                <a:cs typeface="MiSans Normal" charset="-122"/>
                <a:sym typeface="+mn-ea"/>
              </a:defRPr>
            </a:lvl1pPr>
          </a:lstStyle>
          <a:p>
            <a:pPr lvl="0"/>
            <a:r>
              <a:rPr>
                <a:sym typeface="+mn-ea"/>
              </a:rPr>
              <a:t>单击编辑标题</a:t>
            </a:r>
            <a:endParaRPr>
              <a:sym typeface="+mn-ea"/>
            </a:endParaRPr>
          </a:p>
        </p:txBody>
      </p:sp>
      <p:pic>
        <p:nvPicPr>
          <p:cNvPr id="13" name="图形 10"/>
          <p:cNvPicPr>
            <a:picLocks noChangeAspect="1"/>
          </p:cNvPicPr>
          <p:nvPr>
            <p:custDataLst>
              <p:tags r:id="rId6"/>
            </p:custDataLst>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05136" y="3207049"/>
            <a:ext cx="2155313" cy="352463"/>
          </a:xfrm>
          <a:prstGeom prst="rect">
            <a:avLst/>
          </a:prstGeom>
        </p:spPr>
      </p:pic>
      <p:sp>
        <p:nvSpPr>
          <p:cNvPr id="4" name="日期占位符 3"/>
          <p:cNvSpPr>
            <a:spLocks noGrp="1"/>
          </p:cNvSpPr>
          <p:nvPr>
            <p:ph type="dt" sz="half" idx="10"/>
            <p:custDataLst>
              <p:tags r:id="rId9"/>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11"/>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标题和两栏">
    <p:spTree>
      <p:nvGrpSpPr>
        <p:cNvPr id="1" name=""/>
        <p:cNvGrpSpPr/>
        <p:nvPr/>
      </p:nvGrpSpPr>
      <p:grpSpPr>
        <a:xfrm>
          <a:off x="0" y="0"/>
          <a:ext cx="0" cy="0"/>
          <a:chOff x="0" y="0"/>
          <a:chExt cx="0" cy="0"/>
        </a:xfrm>
      </p:grpSpPr>
      <p:sp>
        <p:nvSpPr>
          <p:cNvPr id="10" name="正文"/>
          <p:cNvSpPr txBox="1">
            <a:spLocks noGrp="1"/>
          </p:cNvSpPr>
          <p:nvPr>
            <p:ph idx="3"/>
            <p:custDataLst>
              <p:tags r:id="rId2"/>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9" name="正文"/>
          <p:cNvSpPr txBox="1">
            <a:spLocks noGrp="1"/>
          </p:cNvSpPr>
          <p:nvPr>
            <p:ph idx="2"/>
            <p:custDataLst>
              <p:tags r:id="rId3"/>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8" name="标题"/>
          <p:cNvSpPr txBox="1">
            <a:spLocks noGrp="1"/>
          </p:cNvSpPr>
          <p:nvPr>
            <p:ph type="title" idx="1"/>
            <p:custDataLst>
              <p:tags r:id="rId4"/>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dirty="0">
                <a:sym typeface="+mn-ea"/>
              </a:rPr>
              <a:t>单击此处编辑母版标题样式</a:t>
            </a:r>
            <a:endParaRPr dirty="0">
              <a:sym typeface="+mn-ea"/>
            </a:endParaRPr>
          </a:p>
        </p:txBody>
      </p:sp>
      <p:sp>
        <p:nvSpPr>
          <p:cNvPr id="5" name="日期占位符 4"/>
          <p:cNvSpPr>
            <a:spLocks noGrp="1"/>
          </p:cNvSpPr>
          <p:nvPr>
            <p:ph type="dt" sz="half" idx="10"/>
            <p:custDataLst>
              <p:tags r:id="rId5"/>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标题和比较">
    <p:spTree>
      <p:nvGrpSpPr>
        <p:cNvPr id="1" name=""/>
        <p:cNvGrpSpPr/>
        <p:nvPr/>
      </p:nvGrpSpPr>
      <p:grpSpPr>
        <a:xfrm>
          <a:off x="0" y="0"/>
          <a:ext cx="0" cy="0"/>
          <a:chOff x="0" y="0"/>
          <a:chExt cx="0" cy="0"/>
        </a:xfrm>
      </p:grpSpPr>
      <p:sp>
        <p:nvSpPr>
          <p:cNvPr id="14" name="正文"/>
          <p:cNvSpPr txBox="1">
            <a:spLocks noGrp="1"/>
          </p:cNvSpPr>
          <p:nvPr>
            <p:ph idx="5"/>
            <p:custDataLst>
              <p:tags r:id="rId2"/>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13" name="标题"/>
          <p:cNvSpPr txBox="1">
            <a:spLocks noGrp="1"/>
          </p:cNvSpPr>
          <p:nvPr>
            <p:ph type="title" idx="4"/>
            <p:custDataLst>
              <p:tags r:id="rId3"/>
            </p:custDataLst>
          </p:nvPr>
        </p:nvSpPr>
        <p:spPr>
          <a:xfrm>
            <a:off x="62352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charset="-122"/>
              </a:defRPr>
            </a:lvl1pPr>
          </a:lstStyle>
          <a:p>
            <a:pPr lvl="0"/>
            <a:r>
              <a:rPr>
                <a:sym typeface="+mn-ea"/>
              </a:rPr>
              <a:t>单击此处编辑母版标题样式</a:t>
            </a:r>
            <a:endParaRPr>
              <a:sym typeface="+mn-ea"/>
            </a:endParaRPr>
          </a:p>
        </p:txBody>
      </p:sp>
      <p:sp>
        <p:nvSpPr>
          <p:cNvPr id="12" name="正文"/>
          <p:cNvSpPr txBox="1">
            <a:spLocks noGrp="1"/>
          </p:cNvSpPr>
          <p:nvPr>
            <p:ph idx="3"/>
            <p:custDataLst>
              <p:tags r:id="rId4"/>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11" name="标题"/>
          <p:cNvSpPr txBox="1">
            <a:spLocks noGrp="1"/>
          </p:cNvSpPr>
          <p:nvPr>
            <p:ph type="title" idx="2"/>
            <p:custDataLst>
              <p:tags r:id="rId5"/>
            </p:custDataLst>
          </p:nvPr>
        </p:nvSpPr>
        <p:spPr>
          <a:xfrm>
            <a:off x="6084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charset="-122"/>
              </a:defRPr>
            </a:lvl1pPr>
          </a:lstStyle>
          <a:p>
            <a:pPr lvl="0"/>
            <a:r>
              <a:rPr dirty="0">
                <a:sym typeface="+mn-ea"/>
              </a:rPr>
              <a:t>单击此处编辑母版标题样式</a:t>
            </a:r>
            <a:endParaRPr dirty="0">
              <a:sym typeface="+mn-ea"/>
            </a:endParaRPr>
          </a:p>
        </p:txBody>
      </p:sp>
      <p:sp>
        <p:nvSpPr>
          <p:cNvPr id="10" name="标题"/>
          <p:cNvSpPr txBox="1">
            <a:spLocks noGrp="1"/>
          </p:cNvSpPr>
          <p:nvPr>
            <p:ph type="title" idx="1"/>
            <p:custDataLst>
              <p:tags r:id="rId6"/>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a:sym typeface="+mn-ea"/>
              </a:rPr>
              <a:t>单击此处编辑母版标题样式</a:t>
            </a:r>
            <a:endParaRPr>
              <a:sym typeface="+mn-ea"/>
            </a:endParaRPr>
          </a:p>
        </p:txBody>
      </p:sp>
      <p:sp>
        <p:nvSpPr>
          <p:cNvPr id="7" name="日期占位符 6"/>
          <p:cNvSpPr>
            <a:spLocks noGrp="1"/>
          </p:cNvSpPr>
          <p:nvPr>
            <p:ph type="dt" sz="half" idx="10"/>
            <p:custDataLst>
              <p:tags r:id="rId7"/>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标题"/>
          <p:cNvSpPr txBox="1">
            <a:spLocks noGrp="1"/>
          </p:cNvSpPr>
          <p:nvPr>
            <p:ph type="title" idx="1"/>
            <p:custDataLst>
              <p:tags r:id="rId2"/>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AFF1154F-E427-4513-B34B-94E36374A1AB}"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7" name="正文" descr="7b0a20202020227461726765744d6f64756c65223a202270726f636573734f6e6c696e65466f6e7473220a7d0a"/>
          <p:cNvSpPr txBox="1">
            <a:spLocks noGrp="1"/>
          </p:cNvSpPr>
          <p:nvPr>
            <p:ph idx="1"/>
            <p:custDataLst>
              <p:tags r:id="rId2"/>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iSans Normal" charset="-122"/>
                <a:ea typeface="MiSans Normal" charset="-122"/>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4" name="日期占位符 3"/>
          <p:cNvSpPr>
            <a:spLocks noGrp="1"/>
          </p:cNvSpPr>
          <p:nvPr>
            <p:ph type="dt" sz="half" idx="10"/>
            <p:custDataLst>
              <p:tags r:id="rId3"/>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7" name="副标题"/>
          <p:cNvSpPr txBox="1">
            <a:spLocks noGrp="1"/>
          </p:cNvSpPr>
          <p:nvPr>
            <p:ph type="body" idx="2" hasCustomPrompt="1"/>
            <p:custDataLst>
              <p:tags r:id="rId2"/>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mj-ea"/>
                <a:ea typeface="+mj-ea"/>
                <a:cs typeface="MiSans Normal" charset="-122"/>
              </a:defRPr>
            </a:lvl1pPr>
          </a:lstStyle>
          <a:p>
            <a:pPr lvl="0" algn="l"/>
            <a:r>
              <a:rPr dirty="0">
                <a:sym typeface="+mn-ea"/>
              </a:rPr>
              <a:t>单击此处编辑母版副标题样式</a:t>
            </a:r>
            <a:endParaRPr dirty="0">
              <a:sym typeface="+mn-ea"/>
            </a:endParaRPr>
          </a:p>
        </p:txBody>
      </p:sp>
      <p:sp>
        <p:nvSpPr>
          <p:cNvPr id="6" name="标题"/>
          <p:cNvSpPr txBox="1">
            <a:spLocks noGrp="1"/>
          </p:cNvSpPr>
          <p:nvPr>
            <p:ph type="title" idx="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6"/>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sp>
        <p:nvSpPr>
          <p:cNvPr id="12" name="椭圆 11"/>
          <p:cNvSpPr/>
          <p:nvPr userDrawn="1">
            <p:custDataLst>
              <p:tags r:id="rId2"/>
            </p:custDataLst>
          </p:nvPr>
        </p:nvSpPr>
        <p:spPr>
          <a:xfrm>
            <a:off x="9721215" y="1270"/>
            <a:ext cx="2470785" cy="2159635"/>
          </a:xfrm>
          <a:prstGeom prst="ellipse">
            <a:avLst/>
          </a:prstGeom>
          <a:gradFill>
            <a:gsLst>
              <a:gs pos="0">
                <a:schemeClr val="accent1">
                  <a:lumMod val="40000"/>
                  <a:lumOff val="60000"/>
                </a:schemeClr>
              </a:gs>
              <a:gs pos="100000">
                <a:schemeClr val="accent2">
                  <a:lumMod val="75000"/>
                </a:schemeClr>
              </a:gs>
            </a:gsLst>
            <a:lin ang="7200000" scaled="0"/>
          </a:gradFill>
          <a:ln>
            <a:noFill/>
          </a:ln>
          <a:effectLst>
            <a:softEdge rad="850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37"/>
          <p:cNvSpPr/>
          <p:nvPr userDrawn="1">
            <p:custDataLst>
              <p:tags r:id="rId3"/>
            </p:custDataLst>
          </p:nvPr>
        </p:nvSpPr>
        <p:spPr>
          <a:xfrm flipH="1" flipV="1">
            <a:off x="0" y="1905"/>
            <a:ext cx="6517640" cy="6856095"/>
          </a:xfrm>
          <a:custGeom>
            <a:avLst/>
            <a:gdLst>
              <a:gd name="connsiteX0" fmla="*/ 11073245 w 11073245"/>
              <a:gd name="connsiteY0" fmla="*/ 7199311 h 7199311"/>
              <a:gd name="connsiteX1" fmla="*/ 0 w 11073245"/>
              <a:gd name="connsiteY1" fmla="*/ 7199311 h 7199311"/>
              <a:gd name="connsiteX2" fmla="*/ 0 w 11073245"/>
              <a:gd name="connsiteY2" fmla="*/ 0 h 7199311"/>
              <a:gd name="connsiteX3" fmla="*/ 11073245 w 11073245"/>
              <a:gd name="connsiteY3" fmla="*/ 0 h 7199311"/>
            </a:gdLst>
            <a:ahLst/>
            <a:cxnLst>
              <a:cxn ang="0">
                <a:pos x="connsiteX0" y="connsiteY0"/>
              </a:cxn>
              <a:cxn ang="0">
                <a:pos x="connsiteX1" y="connsiteY1"/>
              </a:cxn>
              <a:cxn ang="0">
                <a:pos x="connsiteX2" y="connsiteY2"/>
              </a:cxn>
              <a:cxn ang="0">
                <a:pos x="connsiteX3" y="connsiteY3"/>
              </a:cxn>
            </a:cxnLst>
            <a:rect l="l" t="t" r="r" b="b"/>
            <a:pathLst>
              <a:path w="11073245" h="7199311">
                <a:moveTo>
                  <a:pt x="11073245" y="7199311"/>
                </a:moveTo>
                <a:lnTo>
                  <a:pt x="0" y="7199311"/>
                </a:lnTo>
                <a:lnTo>
                  <a:pt x="0" y="0"/>
                </a:lnTo>
                <a:lnTo>
                  <a:pt x="11073245" y="0"/>
                </a:lnTo>
                <a:close/>
              </a:path>
            </a:pathLst>
          </a:custGeom>
          <a:gradFill flip="none" rotWithShape="1">
            <a:gsLst>
              <a:gs pos="0">
                <a:schemeClr val="accent1">
                  <a:alpha val="50000"/>
                </a:schemeClr>
              </a:gs>
              <a:gs pos="47000">
                <a:schemeClr val="accent1">
                  <a:lumMod val="20000"/>
                  <a:lumOff val="80000"/>
                  <a:alpha val="0"/>
                </a:schemeClr>
              </a:gs>
            </a:gsLst>
            <a:path path="circle">
              <a:fillToRect l="100000" b="100000"/>
            </a:path>
            <a:tileRect t="-100000" r="-100000"/>
          </a:gradFill>
          <a:ln w="12700" cap="flat" cmpd="sng" algn="ctr">
            <a:noFill/>
            <a:prstDash val="solid"/>
            <a:miter lim="800000"/>
          </a:ln>
          <a:effectLst/>
        </p:spPr>
        <p:style>
          <a:lnRef idx="2">
            <a:srgbClr val="0099FF">
              <a:shade val="50000"/>
            </a:srgbClr>
          </a:lnRef>
          <a:fillRef idx="1">
            <a:srgbClr val="0099FF"/>
          </a:fillRef>
          <a:effectRef idx="0">
            <a:srgbClr val="0099FF"/>
          </a:effectRef>
          <a:fontRef idx="minor">
            <a:sysClr val="window" lastClr="FFFFFF"/>
          </a:fontRef>
        </p:style>
        <p:txBody>
          <a:bodyPr wrap="square" rtlCol="0" anchor="ctr">
            <a:noAutofit/>
          </a:bodyPr>
          <a:lstStyle/>
          <a:p>
            <a:pPr algn="ctr"/>
            <a:endParaRPr lang="zh-CN" altLang="en-US"/>
          </a:p>
        </p:txBody>
      </p:sp>
      <p:sp>
        <p:nvSpPr>
          <p:cNvPr id="10" name="椭圆 9"/>
          <p:cNvSpPr/>
          <p:nvPr userDrawn="1">
            <p:custDataLst>
              <p:tags r:id="rId4"/>
            </p:custDataLst>
          </p:nvPr>
        </p:nvSpPr>
        <p:spPr>
          <a:xfrm rot="20622537">
            <a:off x="2338705" y="2000885"/>
            <a:ext cx="7515225" cy="203962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sp>
        <p:nvSpPr>
          <p:cNvPr id="8" name="标题"/>
          <p:cNvSpPr txBox="1">
            <a:spLocks noGrp="1"/>
          </p:cNvSpPr>
          <p:nvPr>
            <p:ph type="title" idx="2" hasCustomPrompt="1"/>
            <p:custDataLst>
              <p:tags r:id="rId5"/>
            </p:custDataLst>
          </p:nvPr>
        </p:nvSpPr>
        <p:spPr>
          <a:xfrm>
            <a:off x="1525270" y="1951355"/>
            <a:ext cx="9239250" cy="2146300"/>
          </a:xfrm>
          <a:prstGeom prst="rect">
            <a:avLst/>
          </a:prstGeom>
          <a:noFill/>
        </p:spPr>
        <p:txBody>
          <a:bodyPr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8000" b="0" i="0" u="none" strike="noStrike" kern="1200" cap="none" spc="0" normalizeH="0" baseline="0" noProof="1" dirty="0">
                <a:solidFill>
                  <a:schemeClr val="tx1"/>
                </a:solidFill>
                <a:latin typeface="+mj-ea"/>
                <a:ea typeface="+mj-ea"/>
                <a:cs typeface="MiSans Normal" charset="-122"/>
                <a:sym typeface="+mn-ea"/>
              </a:defRPr>
            </a:lvl1pPr>
          </a:lstStyle>
          <a:p>
            <a:pPr lvl="0" algn="ctr">
              <a:buClrTx/>
              <a:buSzTx/>
              <a:buFontTx/>
            </a:pPr>
            <a:r>
              <a:rPr dirty="0">
                <a:sym typeface="+mn-ea"/>
              </a:rPr>
              <a:t>单击此处编辑标题</a:t>
            </a:r>
            <a:endParaRPr dirty="0">
              <a:sym typeface="+mn-ea"/>
            </a:endParaRPr>
          </a:p>
        </p:txBody>
      </p:sp>
      <p:sp>
        <p:nvSpPr>
          <p:cNvPr id="7" name="副标题"/>
          <p:cNvSpPr txBox="1">
            <a:spLocks noGrp="1"/>
          </p:cNvSpPr>
          <p:nvPr>
            <p:ph type="body" idx="1" hasCustomPrompt="1"/>
            <p:custDataLst>
              <p:tags r:id="rId6"/>
            </p:custDataLst>
          </p:nvPr>
        </p:nvSpPr>
        <p:spPr>
          <a:xfrm>
            <a:off x="518160" y="5717540"/>
            <a:ext cx="2536825" cy="812800"/>
          </a:xfrm>
          <a:prstGeom prst="rect">
            <a:avLst/>
          </a:prstGeom>
          <a:noFill/>
        </p:spPr>
        <p:txBody>
          <a:bodyPr wrap="square" lIns="91440" tIns="45720" rIns="91440" bIns="45720" rtlCol="0" anchor="ctr" anchorCtr="0">
            <a:normAutofit/>
          </a:bodyPr>
          <a:lstStyle>
            <a:lvl1pPr marL="0" marR="0" lvl="0" algn="l" defTabSz="914400" rtl="0" eaLnBrk="1" fontAlgn="auto" latinLnBrk="0" hangingPunct="1">
              <a:lnSpc>
                <a:spcPct val="100000"/>
              </a:lnSpc>
              <a:buClrTx/>
              <a:buSzTx/>
              <a:buFontTx/>
              <a:buNone/>
              <a:defRPr kumimoji="0" lang="zh-CN" altLang="en-US" sz="1600" b="0" i="0" u="none" strike="noStrike" kern="1200" cap="none" spc="0" normalizeH="0" baseline="0" noProof="1" dirty="0">
                <a:solidFill>
                  <a:schemeClr val="tx1"/>
                </a:solidFill>
                <a:latin typeface="+mj-ea"/>
                <a:ea typeface="+mj-ea"/>
                <a:cs typeface="MiSans Normal" charset="-122"/>
                <a:sym typeface="+mn-ea"/>
              </a:defRPr>
            </a:lvl1pPr>
          </a:lstStyle>
          <a:p>
            <a:pPr lvl="0" algn="l">
              <a:buClrTx/>
              <a:buSzTx/>
              <a:buFontTx/>
            </a:pPr>
            <a:r>
              <a:rPr dirty="0">
                <a:sym typeface="+mn-ea"/>
              </a:rPr>
              <a:t>单击此处编辑文本</a:t>
            </a:r>
            <a:endParaRPr dirty="0">
              <a:sym typeface="+mn-ea"/>
            </a:endParaRPr>
          </a:p>
        </p:txBody>
      </p:sp>
      <p:sp>
        <p:nvSpPr>
          <p:cNvPr id="4" name="日期占位符 3"/>
          <p:cNvSpPr>
            <a:spLocks noGrp="1"/>
          </p:cNvSpPr>
          <p:nvPr>
            <p:ph type="dt" sz="half" idx="10"/>
            <p:custDataLst>
              <p:tags r:id="rId7"/>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a:lstStyle/>
          <a:p>
            <a:fld id="{CFDA0808-8B01-405B-8ED6-12013DCE0AF6}" type="slidenum">
              <a:rPr lang="zh-CN" altLang="en-US" smtClean="0"/>
            </a:fld>
            <a:endParaRPr lang="zh-CN" altLang="en-US"/>
          </a:p>
        </p:txBody>
      </p:sp>
      <p:pic>
        <p:nvPicPr>
          <p:cNvPr id="2" name="图形 12"/>
          <p:cNvPicPr>
            <a:picLocks noChangeAspect="1"/>
          </p:cNvPicPr>
          <p:nvPr userDrawn="1">
            <p:custDataLst>
              <p:tags r:id="rId10"/>
            </p:custDataLst>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2700000">
            <a:off x="7799705" y="1013460"/>
            <a:ext cx="1157605" cy="1157605"/>
          </a:xfrm>
          <a:prstGeom prst="rect">
            <a:avLst/>
          </a:prstGeom>
        </p:spPr>
      </p:pic>
      <p:pic>
        <p:nvPicPr>
          <p:cNvPr id="3" name="图形 16"/>
          <p:cNvPicPr>
            <a:picLocks noChangeAspect="1"/>
          </p:cNvPicPr>
          <p:nvPr userDrawn="1">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10212943" y="5334181"/>
            <a:ext cx="1427948" cy="1427948"/>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42984" y="-1058"/>
            <a:ext cx="12234984" cy="6858423"/>
          </a:xfrm>
          <a:prstGeom prst="rect">
            <a:avLst/>
          </a:prstGeom>
        </p:spPr>
      </p:pic>
      <p:sp>
        <p:nvSpPr>
          <p:cNvPr id="3" name="矩形 2"/>
          <p:cNvSpPr/>
          <p:nvPr userDrawn="1"/>
        </p:nvSpPr>
        <p:spPr>
          <a:xfrm>
            <a:off x="359363" y="365883"/>
            <a:ext cx="11473275" cy="6126657"/>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advTm="3000"/>
    </mc:Choice>
    <mc:Fallback>
      <p:transition advTm="3000"/>
    </mc:Fallback>
  </mc:AlternateContent>
  <p:hf sldNum="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2" name="任意多边形: 形状 37"/>
          <p:cNvSpPr/>
          <p:nvPr>
            <p:custDataLst>
              <p:tags r:id="rId2"/>
            </p:custDataLst>
          </p:nvPr>
        </p:nvSpPr>
        <p:spPr>
          <a:xfrm flipH="1" flipV="1">
            <a:off x="0" y="-4767"/>
            <a:ext cx="6517640" cy="6856095"/>
          </a:xfrm>
          <a:custGeom>
            <a:avLst/>
            <a:gdLst>
              <a:gd name="connsiteX0" fmla="*/ 11073245 w 11073245"/>
              <a:gd name="connsiteY0" fmla="*/ 7199311 h 7199311"/>
              <a:gd name="connsiteX1" fmla="*/ 0 w 11073245"/>
              <a:gd name="connsiteY1" fmla="*/ 7199311 h 7199311"/>
              <a:gd name="connsiteX2" fmla="*/ 0 w 11073245"/>
              <a:gd name="connsiteY2" fmla="*/ 0 h 7199311"/>
              <a:gd name="connsiteX3" fmla="*/ 11073245 w 11073245"/>
              <a:gd name="connsiteY3" fmla="*/ 0 h 7199311"/>
            </a:gdLst>
            <a:ahLst/>
            <a:cxnLst>
              <a:cxn ang="0">
                <a:pos x="connsiteX0" y="connsiteY0"/>
              </a:cxn>
              <a:cxn ang="0">
                <a:pos x="connsiteX1" y="connsiteY1"/>
              </a:cxn>
              <a:cxn ang="0">
                <a:pos x="connsiteX2" y="connsiteY2"/>
              </a:cxn>
              <a:cxn ang="0">
                <a:pos x="connsiteX3" y="connsiteY3"/>
              </a:cxn>
            </a:cxnLst>
            <a:rect l="l" t="t" r="r" b="b"/>
            <a:pathLst>
              <a:path w="11073245" h="7199311">
                <a:moveTo>
                  <a:pt x="11073245" y="7199311"/>
                </a:moveTo>
                <a:lnTo>
                  <a:pt x="0" y="7199311"/>
                </a:lnTo>
                <a:lnTo>
                  <a:pt x="0" y="0"/>
                </a:lnTo>
                <a:lnTo>
                  <a:pt x="11073245" y="0"/>
                </a:lnTo>
                <a:close/>
              </a:path>
            </a:pathLst>
          </a:custGeom>
          <a:gradFill flip="none" rotWithShape="1">
            <a:gsLst>
              <a:gs pos="0">
                <a:schemeClr val="accent1">
                  <a:alpha val="50000"/>
                </a:schemeClr>
              </a:gs>
              <a:gs pos="47000">
                <a:schemeClr val="accent1">
                  <a:lumMod val="20000"/>
                  <a:lumOff val="80000"/>
                  <a:alpha val="0"/>
                </a:schemeClr>
              </a:gs>
            </a:gsLst>
            <a:path path="circle">
              <a:fillToRect l="100000" b="100000"/>
            </a:path>
            <a:tileRect t="-100000" r="-100000"/>
          </a:gradFill>
          <a:ln w="12700" cap="flat" cmpd="sng" algn="ctr">
            <a:noFill/>
            <a:prstDash val="solid"/>
            <a:miter lim="800000"/>
          </a:ln>
          <a:effectLst/>
        </p:spPr>
        <p:style>
          <a:lnRef idx="2">
            <a:srgbClr val="0099FF">
              <a:shade val="50000"/>
            </a:srgbClr>
          </a:lnRef>
          <a:fillRef idx="1">
            <a:srgbClr val="0099FF"/>
          </a:fillRef>
          <a:effectRef idx="0">
            <a:srgbClr val="0099FF"/>
          </a:effectRef>
          <a:fontRef idx="minor">
            <a:sysClr val="window" lastClr="FFFFFF"/>
          </a:fontRef>
        </p:style>
        <p:txBody>
          <a:bodyPr wrap="square" rtlCol="0" anchor="ctr">
            <a:noAutofit/>
          </a:bodyPr>
          <a:lstStyle/>
          <a:p>
            <a:pPr algn="ctr"/>
            <a:endParaRPr lang="zh-CN" altLang="en-US">
              <a:cs typeface="MiSans Normal" charset="-122"/>
            </a:endParaRPr>
          </a:p>
        </p:txBody>
      </p:sp>
      <p:sp>
        <p:nvSpPr>
          <p:cNvPr id="16" name="椭圆 15"/>
          <p:cNvSpPr/>
          <p:nvPr>
            <p:custDataLst>
              <p:tags r:id="rId3"/>
            </p:custDataLst>
          </p:nvPr>
        </p:nvSpPr>
        <p:spPr>
          <a:xfrm>
            <a:off x="9721215" y="1270"/>
            <a:ext cx="2416810" cy="2159635"/>
          </a:xfrm>
          <a:prstGeom prst="ellipse">
            <a:avLst/>
          </a:prstGeom>
          <a:gradFill>
            <a:gsLst>
              <a:gs pos="0">
                <a:schemeClr val="accent1">
                  <a:lumMod val="40000"/>
                  <a:lumOff val="60000"/>
                </a:schemeClr>
              </a:gs>
              <a:gs pos="100000">
                <a:schemeClr val="accent2">
                  <a:lumMod val="75000"/>
                </a:schemeClr>
              </a:gs>
            </a:gsLst>
            <a:lin ang="7200000" scaled="0"/>
          </a:gradFill>
          <a:ln>
            <a:noFill/>
          </a:ln>
          <a:effectLst>
            <a:softEdge rad="850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sp>
        <p:nvSpPr>
          <p:cNvPr id="11" name="椭圆 10"/>
          <p:cNvSpPr/>
          <p:nvPr>
            <p:custDataLst>
              <p:tags r:id="rId4"/>
            </p:custDataLst>
          </p:nvPr>
        </p:nvSpPr>
        <p:spPr>
          <a:xfrm rot="20622537">
            <a:off x="2338705" y="2000885"/>
            <a:ext cx="7515225" cy="203962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pic>
        <p:nvPicPr>
          <p:cNvPr id="10" name="图形 12"/>
          <p:cNvPicPr>
            <a:picLocks noChangeAspect="1"/>
          </p:cNvPicPr>
          <p:nvPr>
            <p:custDataLst>
              <p:tags r:id="rId5"/>
            </p:custDataLst>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700000">
            <a:off x="7799705" y="1013460"/>
            <a:ext cx="1157605" cy="1157605"/>
          </a:xfrm>
          <a:prstGeom prst="rect">
            <a:avLst/>
          </a:prstGeom>
        </p:spPr>
      </p:pic>
      <p:sp>
        <p:nvSpPr>
          <p:cNvPr id="9" name="标题" descr="7b0a20202020227461726765744d6f64756c65223a202270726f636573734f6e6c696e65466f6e7473220a7d0a"/>
          <p:cNvSpPr txBox="1">
            <a:spLocks noGrp="1"/>
          </p:cNvSpPr>
          <p:nvPr>
            <p:ph type="title" idx="5" hasCustomPrompt="1"/>
            <p:custDataLst>
              <p:tags r:id="rId8"/>
            </p:custDataLst>
          </p:nvPr>
        </p:nvSpPr>
        <p:spPr>
          <a:xfrm>
            <a:off x="1551940" y="1732280"/>
            <a:ext cx="9091295" cy="2182495"/>
          </a:xfrm>
          <a:prstGeom prst="rect">
            <a:avLst/>
          </a:prstGeom>
          <a:noFill/>
        </p:spPr>
        <p:txBody>
          <a:bodyPr wrap="square" lIns="91440" tIns="45720" rIns="91440" bIns="45720" rtlCol="0" anchor="b" anchorCtr="0">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dirty="0">
                <a:solidFill>
                  <a:schemeClr val="tx1"/>
                </a:solidFill>
                <a:latin typeface="+mj-ea"/>
                <a:ea typeface="+mj-ea"/>
                <a:cs typeface="MiSans Normal" charset="-122"/>
                <a:sym typeface="+mn-ea"/>
              </a:defRPr>
            </a:lvl1pPr>
          </a:lstStyle>
          <a:p>
            <a:pPr lvl="0" algn="ctr">
              <a:buClrTx/>
              <a:buSzTx/>
              <a:buFontTx/>
            </a:pPr>
            <a:r>
              <a:rPr dirty="0">
                <a:sym typeface="+mn-ea"/>
              </a:rPr>
              <a:t>单击此处编辑标题</a:t>
            </a:r>
            <a:endParaRPr dirty="0">
              <a:sym typeface="+mn-ea"/>
            </a:endParaRPr>
          </a:p>
        </p:txBody>
      </p:sp>
      <p:pic>
        <p:nvPicPr>
          <p:cNvPr id="19" name="图形 16"/>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10212943" y="5334181"/>
            <a:ext cx="1427948" cy="1427948"/>
          </a:xfrm>
          <a:prstGeom prst="rect">
            <a:avLst/>
          </a:prstGeom>
        </p:spPr>
      </p:pic>
      <p:sp>
        <p:nvSpPr>
          <p:cNvPr id="8" name="副标题" descr="7b0a20202020227461726765744d6f64756c65223a202270726f636573734f6e6c696e65466f6e7473220a7d0a"/>
          <p:cNvSpPr txBox="1">
            <a:spLocks noGrp="1"/>
          </p:cNvSpPr>
          <p:nvPr>
            <p:ph type="body" idx="2" hasCustomPrompt="1"/>
            <p:custDataLst>
              <p:tags r:id="rId12"/>
            </p:custDataLst>
          </p:nvPr>
        </p:nvSpPr>
        <p:spPr>
          <a:xfrm>
            <a:off x="518160" y="5792470"/>
            <a:ext cx="2536825" cy="699770"/>
          </a:xfrm>
          <a:prstGeom prst="rect">
            <a:avLst/>
          </a:prstGeom>
          <a:noFill/>
        </p:spPr>
        <p:txBody>
          <a:bodyPr wrap="square" lIns="91440" tIns="45720" rIns="91440" bIns="45720" rtlCol="0" anchor="ctr" anchorCtr="0">
            <a:normAutofit/>
          </a:bodyPr>
          <a:lstStyle>
            <a:lvl1pPr marL="0" marR="0" lvl="0" algn="l" defTabSz="914400" rtl="0" eaLnBrk="1" fontAlgn="auto" latinLnBrk="0" hangingPunct="1">
              <a:lnSpc>
                <a:spcPct val="100000"/>
              </a:lnSpc>
              <a:buClrTx/>
              <a:buSzTx/>
              <a:buFontTx/>
              <a:buNone/>
              <a:defRPr kumimoji="0" lang="zh-CN" altLang="en-US" sz="1600" b="0" i="0" u="none" strike="noStrike" kern="1200" cap="none" spc="0" normalizeH="0" baseline="0" noProof="1" dirty="0">
                <a:solidFill>
                  <a:schemeClr val="tx1"/>
                </a:solidFill>
                <a:latin typeface="+mj-ea"/>
                <a:ea typeface="+mj-ea"/>
                <a:cs typeface="MiSans Normal" charset="-122"/>
                <a:sym typeface="+mn-ea"/>
              </a:defRPr>
            </a:lvl1pPr>
          </a:lstStyle>
          <a:p>
            <a:pPr lvl="0" algn="l">
              <a:buClrTx/>
              <a:buSzTx/>
              <a:buFontTx/>
            </a:pPr>
            <a:r>
              <a:rPr dirty="0">
                <a:sym typeface="+mn-ea"/>
              </a:rPr>
              <a:t>单击此处编辑文本</a:t>
            </a:r>
            <a:endParaRPr dirty="0">
              <a:sym typeface="+mn-ea"/>
            </a:endParaRPr>
          </a:p>
        </p:txBody>
      </p:sp>
      <p:sp>
        <p:nvSpPr>
          <p:cNvPr id="7" name="副标题" descr="7b0a20202020227461726765744d6f64756c65223a202270726f636573734f6e6c696e65466f6e7473220a7d0a"/>
          <p:cNvSpPr txBox="1">
            <a:spLocks noGrp="1"/>
          </p:cNvSpPr>
          <p:nvPr>
            <p:ph type="body" idx="1" hasCustomPrompt="1"/>
            <p:custDataLst>
              <p:tags r:id="rId13"/>
            </p:custDataLst>
          </p:nvPr>
        </p:nvSpPr>
        <p:spPr>
          <a:xfrm>
            <a:off x="1551940" y="3914775"/>
            <a:ext cx="8883015" cy="774700"/>
          </a:xfrm>
          <a:prstGeom prst="rect">
            <a:avLst/>
          </a:prstGeom>
          <a:noFill/>
        </p:spPr>
        <p:txBody>
          <a:bodyPr vert="horz" wrap="square" lIns="91440" tIns="45720" rIns="91440" bIns="45720" rtlCol="0" anchor="t" anchorCtr="0">
            <a:normAutofit/>
          </a:bodyPr>
          <a:lstStyle>
            <a:lvl1pPr marL="0" marR="0" lvl="0" algn="ctr" defTabSz="914400" rtl="0" eaLnBrk="1" fontAlgn="auto" latinLnBrk="0" hangingPunct="1">
              <a:lnSpc>
                <a:spcPct val="110000"/>
              </a:lnSpc>
              <a:buClrTx/>
              <a:buSzTx/>
              <a:buFontTx/>
              <a:buNone/>
              <a:defRPr kumimoji="0" lang="en-US" altLang="zh-CN" sz="1600" b="0" i="0" u="none" strike="noStrike" kern="1200" cap="none" spc="500" normalizeH="0" baseline="0" noProof="1" dirty="0">
                <a:ln>
                  <a:noFill/>
                </a:ln>
                <a:solidFill>
                  <a:schemeClr val="accent1"/>
                </a:solidFill>
                <a:latin typeface="+mj-ea"/>
                <a:ea typeface="+mj-ea"/>
                <a:cs typeface="MiSans Normal" charset="-122"/>
                <a:sym typeface="+mn-ea"/>
              </a:defRPr>
            </a:lvl1pPr>
          </a:lstStyle>
          <a:p>
            <a:pPr lvl="0" algn="ctr">
              <a:lnSpc>
                <a:spcPct val="110000"/>
              </a:lnSpc>
              <a:buClrTx/>
              <a:buSzTx/>
              <a:buFontTx/>
            </a:pPr>
            <a:r>
              <a:rPr>
                <a:sym typeface="+mn-ea"/>
              </a:rPr>
              <a:t>单击此处编辑母版副标题样式</a:t>
            </a:r>
            <a:endParaRPr>
              <a:sym typeface="+mn-ea"/>
            </a:endParaRPr>
          </a:p>
        </p:txBody>
      </p:sp>
      <p:sp>
        <p:nvSpPr>
          <p:cNvPr id="4" name="日期占位符 3"/>
          <p:cNvSpPr>
            <a:spLocks noGrp="1"/>
          </p:cNvSpPr>
          <p:nvPr>
            <p:ph type="dt" sz="half" idx="10"/>
            <p:custDataLst>
              <p:tags r:id="rId14"/>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 name="正文" descr="7b0a20202020227461726765744d6f64756c65223a202270726f636573734f6e6c696e65466f6e7473220a7d0a"/>
          <p:cNvSpPr txBox="1">
            <a:spLocks noGrp="1"/>
          </p:cNvSpPr>
          <p:nvPr>
            <p:ph idx="3"/>
            <p:custDataLst>
              <p:tags r:id="rId2"/>
            </p:custDataLst>
          </p:nvPr>
        </p:nvSpPr>
        <p:spPr>
          <a:xfrm>
            <a:off x="608330" y="1376045"/>
            <a:ext cx="10968990" cy="487362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548235"/>
              </a:buClr>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dirty="0">
                <a:sym typeface="+mn-ea"/>
              </a:rPr>
              <a:t>单击此处编辑母版文本样式</a:t>
            </a:r>
            <a:endParaRPr dirty="0">
              <a:sym typeface="+mn-ea"/>
            </a:endParaRPr>
          </a:p>
          <a:p>
            <a:pPr lvl="1">
              <a:spcBef>
                <a:spcPts val="1200"/>
              </a:spcBef>
              <a:spcAft>
                <a:spcPts val="0"/>
              </a:spcAft>
              <a:buClr>
                <a:srgbClr val="548235"/>
              </a:buClr>
            </a:pPr>
            <a:r>
              <a:rPr dirty="0" err="1">
                <a:sym typeface="+mn-ea"/>
              </a:rPr>
              <a:t>第二级</a:t>
            </a:r>
            <a:endParaRPr dirty="0">
              <a:sym typeface="+mn-ea"/>
            </a:endParaRPr>
          </a:p>
          <a:p>
            <a:pPr lvl="2">
              <a:spcBef>
                <a:spcPts val="1200"/>
              </a:spcBef>
              <a:spcAft>
                <a:spcPts val="0"/>
              </a:spcAft>
              <a:buClr>
                <a:srgbClr val="548235"/>
              </a:buClr>
            </a:pPr>
            <a:r>
              <a:rPr dirty="0" err="1">
                <a:sym typeface="+mn-ea"/>
              </a:rPr>
              <a:t>第三级</a:t>
            </a:r>
            <a:endParaRPr dirty="0">
              <a:sym typeface="+mn-ea"/>
            </a:endParaRPr>
          </a:p>
          <a:p>
            <a:pPr lvl="3">
              <a:spcBef>
                <a:spcPts val="1200"/>
              </a:spcBef>
              <a:spcAft>
                <a:spcPts val="0"/>
              </a:spcAft>
              <a:buClr>
                <a:srgbClr val="548235"/>
              </a:buClr>
            </a:pPr>
            <a:r>
              <a:rPr dirty="0" err="1">
                <a:sym typeface="+mn-ea"/>
              </a:rPr>
              <a:t>第四级</a:t>
            </a:r>
            <a:endParaRPr dirty="0">
              <a:sym typeface="+mn-ea"/>
            </a:endParaRPr>
          </a:p>
          <a:p>
            <a:pPr lvl="4">
              <a:spcBef>
                <a:spcPts val="1200"/>
              </a:spcBef>
              <a:spcAft>
                <a:spcPts val="0"/>
              </a:spcAft>
              <a:buClr>
                <a:srgbClr val="548235"/>
              </a:buClr>
            </a:pPr>
            <a:r>
              <a:rPr dirty="0" err="1">
                <a:sym typeface="+mn-ea"/>
              </a:rPr>
              <a:t>第五级</a:t>
            </a:r>
            <a:endParaRPr dirty="0">
              <a:sym typeface="+mn-ea"/>
            </a:endParaRPr>
          </a:p>
        </p:txBody>
      </p:sp>
      <p:sp>
        <p:nvSpPr>
          <p:cNvPr id="7" name="标题" descr="7b0a20202020227461726765744d6f64756c65223a202270726f636573734f6e6c696e65466f6e7473220a7d0a"/>
          <p:cNvSpPr txBox="1">
            <a:spLocks noGrp="1"/>
          </p:cNvSpPr>
          <p:nvPr>
            <p:ph type="title" idx="2"/>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iSans Normal" charset="-122"/>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10"/>
            <p:custDataLst>
              <p:tags r:id="rId4"/>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6" name="标题"/>
          <p:cNvSpPr txBox="1">
            <a:spLocks noGrp="1"/>
          </p:cNvSpPr>
          <p:nvPr>
            <p:ph type="title" idx="1"/>
            <p:custDataLst>
              <p:tags r:id="rId2"/>
            </p:custDataLst>
          </p:nvPr>
        </p:nvSpPr>
        <p:spPr>
          <a:xfrm>
            <a:off x="820489" y="734130"/>
            <a:ext cx="10248193" cy="646331"/>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altLang="zh-CN" sz="3600" b="0" i="0" u="none" strike="noStrike" kern="1200" cap="none" spc="0" normalizeH="0" baseline="0" noProof="1" dirty="0">
                <a:solidFill>
                  <a:schemeClr val="tx1"/>
                </a:solidFill>
                <a:latin typeface="+mj-ea"/>
                <a:ea typeface="+mj-ea"/>
                <a:cs typeface="MiSans Normal" charset="-122"/>
                <a:sym typeface="+mn-ea"/>
              </a:defRPr>
            </a:lvl1pPr>
          </a:lstStyle>
          <a:p>
            <a:pPr lvl="0"/>
            <a:r>
              <a:rPr dirty="0" err="1">
                <a:sym typeface="+mn-ea"/>
              </a:rPr>
              <a:t>单击此处编辑母版标题样式</a:t>
            </a:r>
            <a:endParaRPr dirty="0">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0" name="椭圆 9"/>
          <p:cNvSpPr/>
          <p:nvPr>
            <p:custDataLst>
              <p:tags r:id="rId2"/>
            </p:custDataLst>
          </p:nvPr>
        </p:nvSpPr>
        <p:spPr>
          <a:xfrm>
            <a:off x="635" y="2720975"/>
            <a:ext cx="4062095" cy="4137025"/>
          </a:xfrm>
          <a:prstGeom prst="ellipse">
            <a:avLst/>
          </a:prstGeom>
          <a:solidFill>
            <a:schemeClr val="accent1">
              <a:lumMod val="60000"/>
              <a:lumOff val="40000"/>
              <a:alpha val="50000"/>
            </a:schemeClr>
          </a:solidFill>
          <a:ln>
            <a:noFill/>
          </a:ln>
          <a:effectLst>
            <a:softEdge rad="1155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0"/>
                </a:schemeClr>
              </a:solidFill>
              <a:cs typeface="MiSans Normal" charset="-122"/>
            </a:endParaRPr>
          </a:p>
        </p:txBody>
      </p:sp>
      <p:sp>
        <p:nvSpPr>
          <p:cNvPr id="9" name="椭圆 8"/>
          <p:cNvSpPr/>
          <p:nvPr>
            <p:custDataLst>
              <p:tags r:id="rId3"/>
            </p:custDataLst>
          </p:nvPr>
        </p:nvSpPr>
        <p:spPr>
          <a:xfrm>
            <a:off x="9669780" y="635"/>
            <a:ext cx="2522855" cy="2348865"/>
          </a:xfrm>
          <a:prstGeom prst="ellipse">
            <a:avLst/>
          </a:prstGeom>
          <a:gradFill>
            <a:gsLst>
              <a:gs pos="0">
                <a:schemeClr val="accent1">
                  <a:lumMod val="40000"/>
                  <a:lumOff val="60000"/>
                </a:schemeClr>
              </a:gs>
              <a:gs pos="100000">
                <a:schemeClr val="accent1"/>
              </a:gs>
            </a:gsLst>
            <a:lin ang="7200000" scaled="0"/>
          </a:gradFill>
          <a:ln>
            <a:noFill/>
          </a:ln>
          <a:effectLst>
            <a:softEdge rad="850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sp>
        <p:nvSpPr>
          <p:cNvPr id="8" name="节编号"/>
          <p:cNvSpPr txBox="1">
            <a:spLocks noGrp="1"/>
          </p:cNvSpPr>
          <p:nvPr>
            <p:ph type="body" idx="3" hasCustomPrompt="1"/>
            <p:custDataLst>
              <p:tags r:id="rId4"/>
            </p:custDataLst>
          </p:nvPr>
        </p:nvSpPr>
        <p:spPr>
          <a:xfrm>
            <a:off x="2014220" y="2289811"/>
            <a:ext cx="2496820" cy="2117724"/>
          </a:xfrm>
          <a:prstGeom prst="rect">
            <a:avLst/>
          </a:prstGeom>
          <a:noFill/>
        </p:spPr>
        <p:txBody>
          <a:bodyPr wrap="square" lIns="91440" tIns="45720" rIns="91440" bIns="45720" rtlCol="0" anchor="ctr" anchorCtr="0">
            <a:normAutofit/>
          </a:bodyPr>
          <a:lstStyle>
            <a:lvl1pPr marL="0" marR="0" lvl="0" algn="l" defTabSz="914400" rtl="0" eaLnBrk="1" fontAlgn="auto" latinLnBrk="0" hangingPunct="1">
              <a:lnSpc>
                <a:spcPct val="100000"/>
              </a:lnSpc>
              <a:buClrTx/>
              <a:buSzTx/>
              <a:buFontTx/>
              <a:buNone/>
              <a:defRPr kumimoji="0" lang="en-US" altLang="zh-CN" sz="3600" b="0" i="0" u="none" strike="noStrike" kern="1200" cap="none" spc="0" normalizeH="0" baseline="0" noProof="1" dirty="0">
                <a:ln>
                  <a:solidFill>
                    <a:schemeClr val="accent1"/>
                  </a:solidFill>
                </a:ln>
                <a:noFill/>
                <a:latin typeface="+mj-ea"/>
                <a:ea typeface="+mj-ea"/>
                <a:cs typeface="MiSans Normal" charset="-122"/>
                <a:sym typeface="+mn-ea"/>
              </a:defRPr>
            </a:lvl1pPr>
          </a:lstStyle>
          <a:p>
            <a:pPr lvl="0" algn="l">
              <a:buClrTx/>
              <a:buSzTx/>
              <a:buFontTx/>
            </a:pPr>
            <a:r>
              <a:rPr dirty="0" err="1">
                <a:sym typeface="+mn-ea"/>
              </a:rPr>
              <a:t>编辑节编号</a:t>
            </a:r>
            <a:endParaRPr dirty="0">
              <a:sym typeface="+mn-ea"/>
            </a:endParaRPr>
          </a:p>
        </p:txBody>
      </p:sp>
      <p:sp>
        <p:nvSpPr>
          <p:cNvPr id="7" name="标题"/>
          <p:cNvSpPr txBox="1">
            <a:spLocks noGrp="1"/>
          </p:cNvSpPr>
          <p:nvPr>
            <p:ph type="title" idx="2" hasCustomPrompt="1"/>
            <p:custDataLst>
              <p:tags r:id="rId5"/>
            </p:custDataLst>
          </p:nvPr>
        </p:nvSpPr>
        <p:spPr>
          <a:xfrm>
            <a:off x="4511040" y="2289810"/>
            <a:ext cx="3531235" cy="2117090"/>
          </a:xfrm>
          <a:prstGeom prst="rect">
            <a:avLst/>
          </a:prstGeom>
          <a:noFill/>
        </p:spPr>
        <p:txBody>
          <a:bodyPr wrap="square" lIns="0" tIns="0" rIns="0" bIns="0" rtlCol="0" anchor="ctr" anchorCtr="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0" normalizeH="0" baseline="0" noProof="1" dirty="0">
                <a:solidFill>
                  <a:schemeClr val="tx1"/>
                </a:solidFill>
                <a:latin typeface="+mj-ea"/>
                <a:ea typeface="+mj-ea"/>
                <a:cs typeface="MiSans Normal" charset="-122"/>
                <a:sym typeface="+mn-ea"/>
              </a:defRPr>
            </a:lvl1pPr>
          </a:lstStyle>
          <a:p>
            <a:pPr lvl="0"/>
            <a:r>
              <a:rPr>
                <a:sym typeface="+mn-ea"/>
              </a:rPr>
              <a:t>单击编辑标题</a:t>
            </a:r>
            <a:endParaRPr>
              <a:sym typeface="+mn-ea"/>
            </a:endParaRPr>
          </a:p>
        </p:txBody>
      </p:sp>
      <p:pic>
        <p:nvPicPr>
          <p:cNvPr id="13" name="图形 10"/>
          <p:cNvPicPr>
            <a:picLocks noChangeAspect="1"/>
          </p:cNvPicPr>
          <p:nvPr>
            <p:custDataLst>
              <p:tags r:id="rId6"/>
            </p:custDataLst>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05136" y="3207049"/>
            <a:ext cx="2155313" cy="352463"/>
          </a:xfrm>
          <a:prstGeom prst="rect">
            <a:avLst/>
          </a:prstGeom>
        </p:spPr>
      </p:pic>
      <p:sp>
        <p:nvSpPr>
          <p:cNvPr id="4" name="日期占位符 3"/>
          <p:cNvSpPr>
            <a:spLocks noGrp="1"/>
          </p:cNvSpPr>
          <p:nvPr>
            <p:ph type="dt" sz="half" idx="10"/>
            <p:custDataLst>
              <p:tags r:id="rId9"/>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11"/>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标题和两栏">
    <p:spTree>
      <p:nvGrpSpPr>
        <p:cNvPr id="1" name=""/>
        <p:cNvGrpSpPr/>
        <p:nvPr/>
      </p:nvGrpSpPr>
      <p:grpSpPr>
        <a:xfrm>
          <a:off x="0" y="0"/>
          <a:ext cx="0" cy="0"/>
          <a:chOff x="0" y="0"/>
          <a:chExt cx="0" cy="0"/>
        </a:xfrm>
      </p:grpSpPr>
      <p:sp>
        <p:nvSpPr>
          <p:cNvPr id="10" name="正文"/>
          <p:cNvSpPr txBox="1">
            <a:spLocks noGrp="1"/>
          </p:cNvSpPr>
          <p:nvPr>
            <p:ph idx="3"/>
            <p:custDataLst>
              <p:tags r:id="rId2"/>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9" name="正文"/>
          <p:cNvSpPr txBox="1">
            <a:spLocks noGrp="1"/>
          </p:cNvSpPr>
          <p:nvPr>
            <p:ph idx="2"/>
            <p:custDataLst>
              <p:tags r:id="rId3"/>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8" name="标题"/>
          <p:cNvSpPr txBox="1">
            <a:spLocks noGrp="1"/>
          </p:cNvSpPr>
          <p:nvPr>
            <p:ph type="title" idx="1"/>
            <p:custDataLst>
              <p:tags r:id="rId4"/>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dirty="0">
                <a:sym typeface="+mn-ea"/>
              </a:rPr>
              <a:t>单击此处编辑母版标题样式</a:t>
            </a:r>
            <a:endParaRPr dirty="0">
              <a:sym typeface="+mn-ea"/>
            </a:endParaRPr>
          </a:p>
        </p:txBody>
      </p:sp>
      <p:sp>
        <p:nvSpPr>
          <p:cNvPr id="5" name="日期占位符 4"/>
          <p:cNvSpPr>
            <a:spLocks noGrp="1"/>
          </p:cNvSpPr>
          <p:nvPr>
            <p:ph type="dt" sz="half" idx="10"/>
            <p:custDataLst>
              <p:tags r:id="rId5"/>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标题和比较">
    <p:spTree>
      <p:nvGrpSpPr>
        <p:cNvPr id="1" name=""/>
        <p:cNvGrpSpPr/>
        <p:nvPr/>
      </p:nvGrpSpPr>
      <p:grpSpPr>
        <a:xfrm>
          <a:off x="0" y="0"/>
          <a:ext cx="0" cy="0"/>
          <a:chOff x="0" y="0"/>
          <a:chExt cx="0" cy="0"/>
        </a:xfrm>
      </p:grpSpPr>
      <p:sp>
        <p:nvSpPr>
          <p:cNvPr id="14" name="正文"/>
          <p:cNvSpPr txBox="1">
            <a:spLocks noGrp="1"/>
          </p:cNvSpPr>
          <p:nvPr>
            <p:ph idx="5"/>
            <p:custDataLst>
              <p:tags r:id="rId2"/>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13" name="标题"/>
          <p:cNvSpPr txBox="1">
            <a:spLocks noGrp="1"/>
          </p:cNvSpPr>
          <p:nvPr>
            <p:ph type="title" idx="4"/>
            <p:custDataLst>
              <p:tags r:id="rId3"/>
            </p:custDataLst>
          </p:nvPr>
        </p:nvSpPr>
        <p:spPr>
          <a:xfrm>
            <a:off x="62352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charset="-122"/>
              </a:defRPr>
            </a:lvl1pPr>
          </a:lstStyle>
          <a:p>
            <a:pPr lvl="0"/>
            <a:r>
              <a:rPr>
                <a:sym typeface="+mn-ea"/>
              </a:rPr>
              <a:t>单击此处编辑母版标题样式</a:t>
            </a:r>
            <a:endParaRPr>
              <a:sym typeface="+mn-ea"/>
            </a:endParaRPr>
          </a:p>
        </p:txBody>
      </p:sp>
      <p:sp>
        <p:nvSpPr>
          <p:cNvPr id="12" name="正文"/>
          <p:cNvSpPr txBox="1">
            <a:spLocks noGrp="1"/>
          </p:cNvSpPr>
          <p:nvPr>
            <p:ph idx="3"/>
            <p:custDataLst>
              <p:tags r:id="rId4"/>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11" name="标题"/>
          <p:cNvSpPr txBox="1">
            <a:spLocks noGrp="1"/>
          </p:cNvSpPr>
          <p:nvPr>
            <p:ph type="title" idx="2"/>
            <p:custDataLst>
              <p:tags r:id="rId5"/>
            </p:custDataLst>
          </p:nvPr>
        </p:nvSpPr>
        <p:spPr>
          <a:xfrm>
            <a:off x="6084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charset="-122"/>
              </a:defRPr>
            </a:lvl1pPr>
          </a:lstStyle>
          <a:p>
            <a:pPr lvl="0"/>
            <a:r>
              <a:rPr dirty="0">
                <a:sym typeface="+mn-ea"/>
              </a:rPr>
              <a:t>单击此处编辑母版标题样式</a:t>
            </a:r>
            <a:endParaRPr dirty="0">
              <a:sym typeface="+mn-ea"/>
            </a:endParaRPr>
          </a:p>
        </p:txBody>
      </p:sp>
      <p:sp>
        <p:nvSpPr>
          <p:cNvPr id="10" name="标题"/>
          <p:cNvSpPr txBox="1">
            <a:spLocks noGrp="1"/>
          </p:cNvSpPr>
          <p:nvPr>
            <p:ph type="title" idx="1"/>
            <p:custDataLst>
              <p:tags r:id="rId6"/>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a:sym typeface="+mn-ea"/>
              </a:rPr>
              <a:t>单击此处编辑母版标题样式</a:t>
            </a:r>
            <a:endParaRPr>
              <a:sym typeface="+mn-ea"/>
            </a:endParaRPr>
          </a:p>
        </p:txBody>
      </p:sp>
      <p:sp>
        <p:nvSpPr>
          <p:cNvPr id="7" name="日期占位符 6"/>
          <p:cNvSpPr>
            <a:spLocks noGrp="1"/>
          </p:cNvSpPr>
          <p:nvPr>
            <p:ph type="dt" sz="half" idx="10"/>
            <p:custDataLst>
              <p:tags r:id="rId7"/>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标题"/>
          <p:cNvSpPr txBox="1">
            <a:spLocks noGrp="1"/>
          </p:cNvSpPr>
          <p:nvPr>
            <p:ph type="title" idx="1"/>
            <p:custDataLst>
              <p:tags r:id="rId2"/>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AFF1154F-E427-4513-B34B-94E36374A1AB}"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7" name="正文" descr="7b0a20202020227461726765744d6f64756c65223a202270726f636573734f6e6c696e65466f6e7473220a7d0a"/>
          <p:cNvSpPr txBox="1">
            <a:spLocks noGrp="1"/>
          </p:cNvSpPr>
          <p:nvPr>
            <p:ph idx="1"/>
            <p:custDataLst>
              <p:tags r:id="rId2"/>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iSans Normal" charset="-122"/>
                <a:ea typeface="MiSans Normal" charset="-122"/>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4" name="日期占位符 3"/>
          <p:cNvSpPr>
            <a:spLocks noGrp="1"/>
          </p:cNvSpPr>
          <p:nvPr>
            <p:ph type="dt" sz="half" idx="10"/>
            <p:custDataLst>
              <p:tags r:id="rId3"/>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7" name="副标题"/>
          <p:cNvSpPr txBox="1">
            <a:spLocks noGrp="1"/>
          </p:cNvSpPr>
          <p:nvPr>
            <p:ph type="body" idx="2" hasCustomPrompt="1"/>
            <p:custDataLst>
              <p:tags r:id="rId2"/>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mj-ea"/>
                <a:ea typeface="+mj-ea"/>
                <a:cs typeface="MiSans Normal" charset="-122"/>
              </a:defRPr>
            </a:lvl1pPr>
          </a:lstStyle>
          <a:p>
            <a:pPr lvl="0" algn="l"/>
            <a:r>
              <a:rPr dirty="0">
                <a:sym typeface="+mn-ea"/>
              </a:rPr>
              <a:t>单击此处编辑母版副标题样式</a:t>
            </a:r>
            <a:endParaRPr dirty="0">
              <a:sym typeface="+mn-ea"/>
            </a:endParaRPr>
          </a:p>
        </p:txBody>
      </p:sp>
      <p:sp>
        <p:nvSpPr>
          <p:cNvPr id="6" name="标题"/>
          <p:cNvSpPr txBox="1">
            <a:spLocks noGrp="1"/>
          </p:cNvSpPr>
          <p:nvPr>
            <p:ph type="title" idx="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6"/>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sp>
        <p:nvSpPr>
          <p:cNvPr id="12" name="椭圆 11"/>
          <p:cNvSpPr/>
          <p:nvPr userDrawn="1">
            <p:custDataLst>
              <p:tags r:id="rId2"/>
            </p:custDataLst>
          </p:nvPr>
        </p:nvSpPr>
        <p:spPr>
          <a:xfrm>
            <a:off x="9721215" y="1270"/>
            <a:ext cx="2470785" cy="2159635"/>
          </a:xfrm>
          <a:prstGeom prst="ellipse">
            <a:avLst/>
          </a:prstGeom>
          <a:gradFill>
            <a:gsLst>
              <a:gs pos="0">
                <a:schemeClr val="accent1">
                  <a:lumMod val="40000"/>
                  <a:lumOff val="60000"/>
                </a:schemeClr>
              </a:gs>
              <a:gs pos="100000">
                <a:schemeClr val="accent2">
                  <a:lumMod val="75000"/>
                </a:schemeClr>
              </a:gs>
            </a:gsLst>
            <a:lin ang="7200000" scaled="0"/>
          </a:gradFill>
          <a:ln>
            <a:noFill/>
          </a:ln>
          <a:effectLst>
            <a:softEdge rad="850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37"/>
          <p:cNvSpPr/>
          <p:nvPr userDrawn="1">
            <p:custDataLst>
              <p:tags r:id="rId3"/>
            </p:custDataLst>
          </p:nvPr>
        </p:nvSpPr>
        <p:spPr>
          <a:xfrm flipH="1" flipV="1">
            <a:off x="0" y="1905"/>
            <a:ext cx="6517640" cy="6856095"/>
          </a:xfrm>
          <a:custGeom>
            <a:avLst/>
            <a:gdLst>
              <a:gd name="connsiteX0" fmla="*/ 11073245 w 11073245"/>
              <a:gd name="connsiteY0" fmla="*/ 7199311 h 7199311"/>
              <a:gd name="connsiteX1" fmla="*/ 0 w 11073245"/>
              <a:gd name="connsiteY1" fmla="*/ 7199311 h 7199311"/>
              <a:gd name="connsiteX2" fmla="*/ 0 w 11073245"/>
              <a:gd name="connsiteY2" fmla="*/ 0 h 7199311"/>
              <a:gd name="connsiteX3" fmla="*/ 11073245 w 11073245"/>
              <a:gd name="connsiteY3" fmla="*/ 0 h 7199311"/>
            </a:gdLst>
            <a:ahLst/>
            <a:cxnLst>
              <a:cxn ang="0">
                <a:pos x="connsiteX0" y="connsiteY0"/>
              </a:cxn>
              <a:cxn ang="0">
                <a:pos x="connsiteX1" y="connsiteY1"/>
              </a:cxn>
              <a:cxn ang="0">
                <a:pos x="connsiteX2" y="connsiteY2"/>
              </a:cxn>
              <a:cxn ang="0">
                <a:pos x="connsiteX3" y="connsiteY3"/>
              </a:cxn>
            </a:cxnLst>
            <a:rect l="l" t="t" r="r" b="b"/>
            <a:pathLst>
              <a:path w="11073245" h="7199311">
                <a:moveTo>
                  <a:pt x="11073245" y="7199311"/>
                </a:moveTo>
                <a:lnTo>
                  <a:pt x="0" y="7199311"/>
                </a:lnTo>
                <a:lnTo>
                  <a:pt x="0" y="0"/>
                </a:lnTo>
                <a:lnTo>
                  <a:pt x="11073245" y="0"/>
                </a:lnTo>
                <a:close/>
              </a:path>
            </a:pathLst>
          </a:custGeom>
          <a:gradFill flip="none" rotWithShape="1">
            <a:gsLst>
              <a:gs pos="0">
                <a:schemeClr val="accent1">
                  <a:alpha val="50000"/>
                </a:schemeClr>
              </a:gs>
              <a:gs pos="47000">
                <a:schemeClr val="accent1">
                  <a:lumMod val="20000"/>
                  <a:lumOff val="80000"/>
                  <a:alpha val="0"/>
                </a:schemeClr>
              </a:gs>
            </a:gsLst>
            <a:path path="circle">
              <a:fillToRect l="100000" b="100000"/>
            </a:path>
            <a:tileRect t="-100000" r="-100000"/>
          </a:gradFill>
          <a:ln w="12700" cap="flat" cmpd="sng" algn="ctr">
            <a:noFill/>
            <a:prstDash val="solid"/>
            <a:miter lim="800000"/>
          </a:ln>
          <a:effectLst/>
        </p:spPr>
        <p:style>
          <a:lnRef idx="2">
            <a:srgbClr val="0099FF">
              <a:shade val="50000"/>
            </a:srgbClr>
          </a:lnRef>
          <a:fillRef idx="1">
            <a:srgbClr val="0099FF"/>
          </a:fillRef>
          <a:effectRef idx="0">
            <a:srgbClr val="0099FF"/>
          </a:effectRef>
          <a:fontRef idx="minor">
            <a:sysClr val="window" lastClr="FFFFFF"/>
          </a:fontRef>
        </p:style>
        <p:txBody>
          <a:bodyPr wrap="square" rtlCol="0" anchor="ctr">
            <a:noAutofit/>
          </a:bodyPr>
          <a:lstStyle/>
          <a:p>
            <a:pPr algn="ctr"/>
            <a:endParaRPr lang="zh-CN" altLang="en-US"/>
          </a:p>
        </p:txBody>
      </p:sp>
      <p:sp>
        <p:nvSpPr>
          <p:cNvPr id="10" name="椭圆 9"/>
          <p:cNvSpPr/>
          <p:nvPr userDrawn="1">
            <p:custDataLst>
              <p:tags r:id="rId4"/>
            </p:custDataLst>
          </p:nvPr>
        </p:nvSpPr>
        <p:spPr>
          <a:xfrm rot="20622537">
            <a:off x="2338705" y="2000885"/>
            <a:ext cx="7515225" cy="203962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sp>
        <p:nvSpPr>
          <p:cNvPr id="8" name="标题"/>
          <p:cNvSpPr txBox="1">
            <a:spLocks noGrp="1"/>
          </p:cNvSpPr>
          <p:nvPr>
            <p:ph type="title" idx="2" hasCustomPrompt="1"/>
            <p:custDataLst>
              <p:tags r:id="rId5"/>
            </p:custDataLst>
          </p:nvPr>
        </p:nvSpPr>
        <p:spPr>
          <a:xfrm>
            <a:off x="1525270" y="1951355"/>
            <a:ext cx="9239250" cy="2146300"/>
          </a:xfrm>
          <a:prstGeom prst="rect">
            <a:avLst/>
          </a:prstGeom>
          <a:noFill/>
        </p:spPr>
        <p:txBody>
          <a:bodyPr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8000" b="0" i="0" u="none" strike="noStrike" kern="1200" cap="none" spc="0" normalizeH="0" baseline="0" noProof="1" dirty="0">
                <a:solidFill>
                  <a:schemeClr val="tx1"/>
                </a:solidFill>
                <a:latin typeface="+mj-ea"/>
                <a:ea typeface="+mj-ea"/>
                <a:cs typeface="MiSans Normal" charset="-122"/>
                <a:sym typeface="+mn-ea"/>
              </a:defRPr>
            </a:lvl1pPr>
          </a:lstStyle>
          <a:p>
            <a:pPr lvl="0" algn="ctr">
              <a:buClrTx/>
              <a:buSzTx/>
              <a:buFontTx/>
            </a:pPr>
            <a:r>
              <a:rPr dirty="0">
                <a:sym typeface="+mn-ea"/>
              </a:rPr>
              <a:t>单击此处编辑标题</a:t>
            </a:r>
            <a:endParaRPr dirty="0">
              <a:sym typeface="+mn-ea"/>
            </a:endParaRPr>
          </a:p>
        </p:txBody>
      </p:sp>
      <p:sp>
        <p:nvSpPr>
          <p:cNvPr id="7" name="副标题"/>
          <p:cNvSpPr txBox="1">
            <a:spLocks noGrp="1"/>
          </p:cNvSpPr>
          <p:nvPr>
            <p:ph type="body" idx="1" hasCustomPrompt="1"/>
            <p:custDataLst>
              <p:tags r:id="rId6"/>
            </p:custDataLst>
          </p:nvPr>
        </p:nvSpPr>
        <p:spPr>
          <a:xfrm>
            <a:off x="518160" y="5717540"/>
            <a:ext cx="2536825" cy="812800"/>
          </a:xfrm>
          <a:prstGeom prst="rect">
            <a:avLst/>
          </a:prstGeom>
          <a:noFill/>
        </p:spPr>
        <p:txBody>
          <a:bodyPr wrap="square" lIns="91440" tIns="45720" rIns="91440" bIns="45720" rtlCol="0" anchor="ctr" anchorCtr="0">
            <a:normAutofit/>
          </a:bodyPr>
          <a:lstStyle>
            <a:lvl1pPr marL="0" marR="0" lvl="0" algn="l" defTabSz="914400" rtl="0" eaLnBrk="1" fontAlgn="auto" latinLnBrk="0" hangingPunct="1">
              <a:lnSpc>
                <a:spcPct val="100000"/>
              </a:lnSpc>
              <a:buClrTx/>
              <a:buSzTx/>
              <a:buFontTx/>
              <a:buNone/>
              <a:defRPr kumimoji="0" lang="zh-CN" altLang="en-US" sz="1600" b="0" i="0" u="none" strike="noStrike" kern="1200" cap="none" spc="0" normalizeH="0" baseline="0" noProof="1" dirty="0">
                <a:solidFill>
                  <a:schemeClr val="tx1"/>
                </a:solidFill>
                <a:latin typeface="+mj-ea"/>
                <a:ea typeface="+mj-ea"/>
                <a:cs typeface="MiSans Normal" charset="-122"/>
                <a:sym typeface="+mn-ea"/>
              </a:defRPr>
            </a:lvl1pPr>
          </a:lstStyle>
          <a:p>
            <a:pPr lvl="0" algn="l">
              <a:buClrTx/>
              <a:buSzTx/>
              <a:buFontTx/>
            </a:pPr>
            <a:r>
              <a:rPr dirty="0">
                <a:sym typeface="+mn-ea"/>
              </a:rPr>
              <a:t>单击此处编辑文本</a:t>
            </a:r>
            <a:endParaRPr dirty="0">
              <a:sym typeface="+mn-ea"/>
            </a:endParaRPr>
          </a:p>
        </p:txBody>
      </p:sp>
      <p:sp>
        <p:nvSpPr>
          <p:cNvPr id="4" name="日期占位符 3"/>
          <p:cNvSpPr>
            <a:spLocks noGrp="1"/>
          </p:cNvSpPr>
          <p:nvPr>
            <p:ph type="dt" sz="half" idx="10"/>
            <p:custDataLst>
              <p:tags r:id="rId7"/>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a:lstStyle/>
          <a:p>
            <a:fld id="{CFDA0808-8B01-405B-8ED6-12013DCE0AF6}" type="slidenum">
              <a:rPr lang="zh-CN" altLang="en-US" smtClean="0"/>
            </a:fld>
            <a:endParaRPr lang="zh-CN" altLang="en-US"/>
          </a:p>
        </p:txBody>
      </p:sp>
      <p:pic>
        <p:nvPicPr>
          <p:cNvPr id="2" name="图形 12"/>
          <p:cNvPicPr>
            <a:picLocks noChangeAspect="1"/>
          </p:cNvPicPr>
          <p:nvPr userDrawn="1">
            <p:custDataLst>
              <p:tags r:id="rId10"/>
            </p:custDataLst>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2700000">
            <a:off x="7799705" y="1013460"/>
            <a:ext cx="1157605" cy="1157605"/>
          </a:xfrm>
          <a:prstGeom prst="rect">
            <a:avLst/>
          </a:prstGeom>
        </p:spPr>
      </p:pic>
      <p:pic>
        <p:nvPicPr>
          <p:cNvPr id="3" name="图形 16"/>
          <p:cNvPicPr>
            <a:picLocks noChangeAspect="1"/>
          </p:cNvPicPr>
          <p:nvPr userDrawn="1">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10212943" y="5334181"/>
            <a:ext cx="1427948" cy="1427948"/>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42984" y="-1058"/>
            <a:ext cx="12234984" cy="6858423"/>
          </a:xfrm>
          <a:prstGeom prst="rect">
            <a:avLst/>
          </a:prstGeom>
        </p:spPr>
      </p:pic>
      <p:sp>
        <p:nvSpPr>
          <p:cNvPr id="3" name="矩形 2"/>
          <p:cNvSpPr/>
          <p:nvPr userDrawn="1"/>
        </p:nvSpPr>
        <p:spPr>
          <a:xfrm>
            <a:off x="359363" y="365883"/>
            <a:ext cx="11473275" cy="6126657"/>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advTm="3000"/>
    </mc:Choice>
    <mc:Fallback>
      <p:transition advTm="3000"/>
    </mc:Fallback>
  </mc:AlternateContent>
  <p:hf sldNum="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2" name="任意多边形: 形状 37"/>
          <p:cNvSpPr/>
          <p:nvPr>
            <p:custDataLst>
              <p:tags r:id="rId2"/>
            </p:custDataLst>
          </p:nvPr>
        </p:nvSpPr>
        <p:spPr>
          <a:xfrm flipH="1" flipV="1">
            <a:off x="0" y="-4767"/>
            <a:ext cx="6517640" cy="6856095"/>
          </a:xfrm>
          <a:custGeom>
            <a:avLst/>
            <a:gdLst>
              <a:gd name="connsiteX0" fmla="*/ 11073245 w 11073245"/>
              <a:gd name="connsiteY0" fmla="*/ 7199311 h 7199311"/>
              <a:gd name="connsiteX1" fmla="*/ 0 w 11073245"/>
              <a:gd name="connsiteY1" fmla="*/ 7199311 h 7199311"/>
              <a:gd name="connsiteX2" fmla="*/ 0 w 11073245"/>
              <a:gd name="connsiteY2" fmla="*/ 0 h 7199311"/>
              <a:gd name="connsiteX3" fmla="*/ 11073245 w 11073245"/>
              <a:gd name="connsiteY3" fmla="*/ 0 h 7199311"/>
            </a:gdLst>
            <a:ahLst/>
            <a:cxnLst>
              <a:cxn ang="0">
                <a:pos x="connsiteX0" y="connsiteY0"/>
              </a:cxn>
              <a:cxn ang="0">
                <a:pos x="connsiteX1" y="connsiteY1"/>
              </a:cxn>
              <a:cxn ang="0">
                <a:pos x="connsiteX2" y="connsiteY2"/>
              </a:cxn>
              <a:cxn ang="0">
                <a:pos x="connsiteX3" y="connsiteY3"/>
              </a:cxn>
            </a:cxnLst>
            <a:rect l="l" t="t" r="r" b="b"/>
            <a:pathLst>
              <a:path w="11073245" h="7199311">
                <a:moveTo>
                  <a:pt x="11073245" y="7199311"/>
                </a:moveTo>
                <a:lnTo>
                  <a:pt x="0" y="7199311"/>
                </a:lnTo>
                <a:lnTo>
                  <a:pt x="0" y="0"/>
                </a:lnTo>
                <a:lnTo>
                  <a:pt x="11073245" y="0"/>
                </a:lnTo>
                <a:close/>
              </a:path>
            </a:pathLst>
          </a:custGeom>
          <a:gradFill flip="none" rotWithShape="1">
            <a:gsLst>
              <a:gs pos="0">
                <a:schemeClr val="accent1">
                  <a:alpha val="50000"/>
                </a:schemeClr>
              </a:gs>
              <a:gs pos="47000">
                <a:schemeClr val="accent1">
                  <a:lumMod val="20000"/>
                  <a:lumOff val="80000"/>
                  <a:alpha val="0"/>
                </a:schemeClr>
              </a:gs>
            </a:gsLst>
            <a:path path="circle">
              <a:fillToRect l="100000" b="100000"/>
            </a:path>
            <a:tileRect t="-100000" r="-100000"/>
          </a:gradFill>
          <a:ln w="12700" cap="flat" cmpd="sng" algn="ctr">
            <a:noFill/>
            <a:prstDash val="solid"/>
            <a:miter lim="800000"/>
          </a:ln>
          <a:effectLst/>
        </p:spPr>
        <p:style>
          <a:lnRef idx="2">
            <a:srgbClr val="0099FF">
              <a:shade val="50000"/>
            </a:srgbClr>
          </a:lnRef>
          <a:fillRef idx="1">
            <a:srgbClr val="0099FF"/>
          </a:fillRef>
          <a:effectRef idx="0">
            <a:srgbClr val="0099FF"/>
          </a:effectRef>
          <a:fontRef idx="minor">
            <a:sysClr val="window" lastClr="FFFFFF"/>
          </a:fontRef>
        </p:style>
        <p:txBody>
          <a:bodyPr wrap="square" rtlCol="0" anchor="ctr">
            <a:noAutofit/>
          </a:bodyPr>
          <a:lstStyle/>
          <a:p>
            <a:pPr algn="ctr"/>
            <a:endParaRPr lang="zh-CN" altLang="en-US">
              <a:cs typeface="MiSans Normal" charset="-122"/>
            </a:endParaRPr>
          </a:p>
        </p:txBody>
      </p:sp>
      <p:sp>
        <p:nvSpPr>
          <p:cNvPr id="16" name="椭圆 15"/>
          <p:cNvSpPr/>
          <p:nvPr>
            <p:custDataLst>
              <p:tags r:id="rId3"/>
            </p:custDataLst>
          </p:nvPr>
        </p:nvSpPr>
        <p:spPr>
          <a:xfrm>
            <a:off x="9721215" y="1270"/>
            <a:ext cx="2416810" cy="2159635"/>
          </a:xfrm>
          <a:prstGeom prst="ellipse">
            <a:avLst/>
          </a:prstGeom>
          <a:gradFill>
            <a:gsLst>
              <a:gs pos="0">
                <a:schemeClr val="accent1">
                  <a:lumMod val="40000"/>
                  <a:lumOff val="60000"/>
                </a:schemeClr>
              </a:gs>
              <a:gs pos="100000">
                <a:schemeClr val="accent2">
                  <a:lumMod val="75000"/>
                </a:schemeClr>
              </a:gs>
            </a:gsLst>
            <a:lin ang="7200000" scaled="0"/>
          </a:gradFill>
          <a:ln>
            <a:noFill/>
          </a:ln>
          <a:effectLst>
            <a:softEdge rad="850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sp>
        <p:nvSpPr>
          <p:cNvPr id="11" name="椭圆 10"/>
          <p:cNvSpPr/>
          <p:nvPr>
            <p:custDataLst>
              <p:tags r:id="rId4"/>
            </p:custDataLst>
          </p:nvPr>
        </p:nvSpPr>
        <p:spPr>
          <a:xfrm rot="20622537">
            <a:off x="2338705" y="2000885"/>
            <a:ext cx="7515225" cy="203962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pic>
        <p:nvPicPr>
          <p:cNvPr id="10" name="图形 12"/>
          <p:cNvPicPr>
            <a:picLocks noChangeAspect="1"/>
          </p:cNvPicPr>
          <p:nvPr>
            <p:custDataLst>
              <p:tags r:id="rId5"/>
            </p:custDataLst>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700000">
            <a:off x="7799705" y="1013460"/>
            <a:ext cx="1157605" cy="1157605"/>
          </a:xfrm>
          <a:prstGeom prst="rect">
            <a:avLst/>
          </a:prstGeom>
        </p:spPr>
      </p:pic>
      <p:sp>
        <p:nvSpPr>
          <p:cNvPr id="9" name="标题" descr="7b0a20202020227461726765744d6f64756c65223a202270726f636573734f6e6c696e65466f6e7473220a7d0a"/>
          <p:cNvSpPr txBox="1">
            <a:spLocks noGrp="1"/>
          </p:cNvSpPr>
          <p:nvPr>
            <p:ph type="title" idx="5" hasCustomPrompt="1"/>
            <p:custDataLst>
              <p:tags r:id="rId8"/>
            </p:custDataLst>
          </p:nvPr>
        </p:nvSpPr>
        <p:spPr>
          <a:xfrm>
            <a:off x="1551940" y="1732280"/>
            <a:ext cx="9091295" cy="2182495"/>
          </a:xfrm>
          <a:prstGeom prst="rect">
            <a:avLst/>
          </a:prstGeom>
          <a:noFill/>
        </p:spPr>
        <p:txBody>
          <a:bodyPr wrap="square" lIns="91440" tIns="45720" rIns="91440" bIns="45720" rtlCol="0" anchor="b" anchorCtr="0">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dirty="0">
                <a:solidFill>
                  <a:schemeClr val="tx1"/>
                </a:solidFill>
                <a:latin typeface="+mj-ea"/>
                <a:ea typeface="+mj-ea"/>
                <a:cs typeface="MiSans Normal" charset="-122"/>
                <a:sym typeface="+mn-ea"/>
              </a:defRPr>
            </a:lvl1pPr>
          </a:lstStyle>
          <a:p>
            <a:pPr lvl="0" algn="ctr">
              <a:buClrTx/>
              <a:buSzTx/>
              <a:buFontTx/>
            </a:pPr>
            <a:r>
              <a:rPr dirty="0">
                <a:sym typeface="+mn-ea"/>
              </a:rPr>
              <a:t>单击此处编辑标题</a:t>
            </a:r>
            <a:endParaRPr dirty="0">
              <a:sym typeface="+mn-ea"/>
            </a:endParaRPr>
          </a:p>
        </p:txBody>
      </p:sp>
      <p:pic>
        <p:nvPicPr>
          <p:cNvPr id="19" name="图形 16"/>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10212943" y="5334181"/>
            <a:ext cx="1427948" cy="1427948"/>
          </a:xfrm>
          <a:prstGeom prst="rect">
            <a:avLst/>
          </a:prstGeom>
        </p:spPr>
      </p:pic>
      <p:sp>
        <p:nvSpPr>
          <p:cNvPr id="8" name="副标题" descr="7b0a20202020227461726765744d6f64756c65223a202270726f636573734f6e6c696e65466f6e7473220a7d0a"/>
          <p:cNvSpPr txBox="1">
            <a:spLocks noGrp="1"/>
          </p:cNvSpPr>
          <p:nvPr>
            <p:ph type="body" idx="2" hasCustomPrompt="1"/>
            <p:custDataLst>
              <p:tags r:id="rId12"/>
            </p:custDataLst>
          </p:nvPr>
        </p:nvSpPr>
        <p:spPr>
          <a:xfrm>
            <a:off x="518160" y="5792470"/>
            <a:ext cx="2536825" cy="699770"/>
          </a:xfrm>
          <a:prstGeom prst="rect">
            <a:avLst/>
          </a:prstGeom>
          <a:noFill/>
        </p:spPr>
        <p:txBody>
          <a:bodyPr wrap="square" lIns="91440" tIns="45720" rIns="91440" bIns="45720" rtlCol="0" anchor="ctr" anchorCtr="0">
            <a:normAutofit/>
          </a:bodyPr>
          <a:lstStyle>
            <a:lvl1pPr marL="0" marR="0" lvl="0" algn="l" defTabSz="914400" rtl="0" eaLnBrk="1" fontAlgn="auto" latinLnBrk="0" hangingPunct="1">
              <a:lnSpc>
                <a:spcPct val="100000"/>
              </a:lnSpc>
              <a:buClrTx/>
              <a:buSzTx/>
              <a:buFontTx/>
              <a:buNone/>
              <a:defRPr kumimoji="0" lang="zh-CN" altLang="en-US" sz="1600" b="0" i="0" u="none" strike="noStrike" kern="1200" cap="none" spc="0" normalizeH="0" baseline="0" noProof="1" dirty="0">
                <a:solidFill>
                  <a:schemeClr val="tx1"/>
                </a:solidFill>
                <a:latin typeface="+mj-ea"/>
                <a:ea typeface="+mj-ea"/>
                <a:cs typeface="MiSans Normal" charset="-122"/>
                <a:sym typeface="+mn-ea"/>
              </a:defRPr>
            </a:lvl1pPr>
          </a:lstStyle>
          <a:p>
            <a:pPr lvl="0" algn="l">
              <a:buClrTx/>
              <a:buSzTx/>
              <a:buFontTx/>
            </a:pPr>
            <a:r>
              <a:rPr dirty="0">
                <a:sym typeface="+mn-ea"/>
              </a:rPr>
              <a:t>单击此处编辑文本</a:t>
            </a:r>
            <a:endParaRPr dirty="0">
              <a:sym typeface="+mn-ea"/>
            </a:endParaRPr>
          </a:p>
        </p:txBody>
      </p:sp>
      <p:sp>
        <p:nvSpPr>
          <p:cNvPr id="7" name="副标题" descr="7b0a20202020227461726765744d6f64756c65223a202270726f636573734f6e6c696e65466f6e7473220a7d0a"/>
          <p:cNvSpPr txBox="1">
            <a:spLocks noGrp="1"/>
          </p:cNvSpPr>
          <p:nvPr>
            <p:ph type="body" idx="1" hasCustomPrompt="1"/>
            <p:custDataLst>
              <p:tags r:id="rId13"/>
            </p:custDataLst>
          </p:nvPr>
        </p:nvSpPr>
        <p:spPr>
          <a:xfrm>
            <a:off x="1551940" y="3914775"/>
            <a:ext cx="8883015" cy="774700"/>
          </a:xfrm>
          <a:prstGeom prst="rect">
            <a:avLst/>
          </a:prstGeom>
          <a:noFill/>
        </p:spPr>
        <p:txBody>
          <a:bodyPr vert="horz" wrap="square" lIns="91440" tIns="45720" rIns="91440" bIns="45720" rtlCol="0" anchor="t" anchorCtr="0">
            <a:normAutofit/>
          </a:bodyPr>
          <a:lstStyle>
            <a:lvl1pPr marL="0" marR="0" lvl="0" algn="ctr" defTabSz="914400" rtl="0" eaLnBrk="1" fontAlgn="auto" latinLnBrk="0" hangingPunct="1">
              <a:lnSpc>
                <a:spcPct val="110000"/>
              </a:lnSpc>
              <a:buClrTx/>
              <a:buSzTx/>
              <a:buFontTx/>
              <a:buNone/>
              <a:defRPr kumimoji="0" lang="en-US" altLang="zh-CN" sz="1600" b="0" i="0" u="none" strike="noStrike" kern="1200" cap="none" spc="500" normalizeH="0" baseline="0" noProof="1" dirty="0">
                <a:ln>
                  <a:noFill/>
                </a:ln>
                <a:solidFill>
                  <a:schemeClr val="accent1"/>
                </a:solidFill>
                <a:latin typeface="+mj-ea"/>
                <a:ea typeface="+mj-ea"/>
                <a:cs typeface="MiSans Normal" charset="-122"/>
                <a:sym typeface="+mn-ea"/>
              </a:defRPr>
            </a:lvl1pPr>
          </a:lstStyle>
          <a:p>
            <a:pPr lvl="0" algn="ctr">
              <a:lnSpc>
                <a:spcPct val="110000"/>
              </a:lnSpc>
              <a:buClrTx/>
              <a:buSzTx/>
              <a:buFontTx/>
            </a:pPr>
            <a:r>
              <a:rPr>
                <a:sym typeface="+mn-ea"/>
              </a:rPr>
              <a:t>单击此处编辑母版副标题样式</a:t>
            </a:r>
            <a:endParaRPr>
              <a:sym typeface="+mn-ea"/>
            </a:endParaRPr>
          </a:p>
        </p:txBody>
      </p:sp>
      <p:sp>
        <p:nvSpPr>
          <p:cNvPr id="4" name="日期占位符 3"/>
          <p:cNvSpPr>
            <a:spLocks noGrp="1"/>
          </p:cNvSpPr>
          <p:nvPr>
            <p:ph type="dt" sz="half" idx="10"/>
            <p:custDataLst>
              <p:tags r:id="rId14"/>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 name="正文" descr="7b0a20202020227461726765744d6f64756c65223a202270726f636573734f6e6c696e65466f6e7473220a7d0a"/>
          <p:cNvSpPr txBox="1">
            <a:spLocks noGrp="1"/>
          </p:cNvSpPr>
          <p:nvPr>
            <p:ph idx="3"/>
            <p:custDataLst>
              <p:tags r:id="rId2"/>
            </p:custDataLst>
          </p:nvPr>
        </p:nvSpPr>
        <p:spPr>
          <a:xfrm>
            <a:off x="608330" y="1376045"/>
            <a:ext cx="10968990" cy="487362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548235"/>
              </a:buClr>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dirty="0">
                <a:sym typeface="+mn-ea"/>
              </a:rPr>
              <a:t>单击此处编辑母版文本样式</a:t>
            </a:r>
            <a:endParaRPr dirty="0">
              <a:sym typeface="+mn-ea"/>
            </a:endParaRPr>
          </a:p>
          <a:p>
            <a:pPr lvl="1">
              <a:spcBef>
                <a:spcPts val="1200"/>
              </a:spcBef>
              <a:spcAft>
                <a:spcPts val="0"/>
              </a:spcAft>
              <a:buClr>
                <a:srgbClr val="548235"/>
              </a:buClr>
            </a:pPr>
            <a:r>
              <a:rPr dirty="0" err="1">
                <a:sym typeface="+mn-ea"/>
              </a:rPr>
              <a:t>第二级</a:t>
            </a:r>
            <a:endParaRPr dirty="0">
              <a:sym typeface="+mn-ea"/>
            </a:endParaRPr>
          </a:p>
          <a:p>
            <a:pPr lvl="2">
              <a:spcBef>
                <a:spcPts val="1200"/>
              </a:spcBef>
              <a:spcAft>
                <a:spcPts val="0"/>
              </a:spcAft>
              <a:buClr>
                <a:srgbClr val="548235"/>
              </a:buClr>
            </a:pPr>
            <a:r>
              <a:rPr dirty="0" err="1">
                <a:sym typeface="+mn-ea"/>
              </a:rPr>
              <a:t>第三级</a:t>
            </a:r>
            <a:endParaRPr dirty="0">
              <a:sym typeface="+mn-ea"/>
            </a:endParaRPr>
          </a:p>
          <a:p>
            <a:pPr lvl="3">
              <a:spcBef>
                <a:spcPts val="1200"/>
              </a:spcBef>
              <a:spcAft>
                <a:spcPts val="0"/>
              </a:spcAft>
              <a:buClr>
                <a:srgbClr val="548235"/>
              </a:buClr>
            </a:pPr>
            <a:r>
              <a:rPr dirty="0" err="1">
                <a:sym typeface="+mn-ea"/>
              </a:rPr>
              <a:t>第四级</a:t>
            </a:r>
            <a:endParaRPr dirty="0">
              <a:sym typeface="+mn-ea"/>
            </a:endParaRPr>
          </a:p>
          <a:p>
            <a:pPr lvl="4">
              <a:spcBef>
                <a:spcPts val="1200"/>
              </a:spcBef>
              <a:spcAft>
                <a:spcPts val="0"/>
              </a:spcAft>
              <a:buClr>
                <a:srgbClr val="548235"/>
              </a:buClr>
            </a:pPr>
            <a:r>
              <a:rPr dirty="0" err="1">
                <a:sym typeface="+mn-ea"/>
              </a:rPr>
              <a:t>第五级</a:t>
            </a:r>
            <a:endParaRPr dirty="0">
              <a:sym typeface="+mn-ea"/>
            </a:endParaRPr>
          </a:p>
        </p:txBody>
      </p:sp>
      <p:sp>
        <p:nvSpPr>
          <p:cNvPr id="7" name="标题" descr="7b0a20202020227461726765744d6f64756c65223a202270726f636573734f6e6c696e65466f6e7473220a7d0a"/>
          <p:cNvSpPr txBox="1">
            <a:spLocks noGrp="1"/>
          </p:cNvSpPr>
          <p:nvPr>
            <p:ph type="title" idx="2"/>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iSans Normal" charset="-122"/>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10"/>
            <p:custDataLst>
              <p:tags r:id="rId4"/>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6" name="标题"/>
          <p:cNvSpPr txBox="1">
            <a:spLocks noGrp="1"/>
          </p:cNvSpPr>
          <p:nvPr>
            <p:ph type="title" idx="1"/>
            <p:custDataLst>
              <p:tags r:id="rId2"/>
            </p:custDataLst>
          </p:nvPr>
        </p:nvSpPr>
        <p:spPr>
          <a:xfrm>
            <a:off x="820489" y="734130"/>
            <a:ext cx="10248193" cy="646331"/>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altLang="zh-CN" sz="3600" b="0" i="0" u="none" strike="noStrike" kern="1200" cap="none" spc="0" normalizeH="0" baseline="0" noProof="1" dirty="0">
                <a:solidFill>
                  <a:schemeClr val="tx1"/>
                </a:solidFill>
                <a:latin typeface="+mj-ea"/>
                <a:ea typeface="+mj-ea"/>
                <a:cs typeface="MiSans Normal" charset="-122"/>
                <a:sym typeface="+mn-ea"/>
              </a:defRPr>
            </a:lvl1pPr>
          </a:lstStyle>
          <a:p>
            <a:pPr lvl="0"/>
            <a:r>
              <a:rPr dirty="0" err="1">
                <a:sym typeface="+mn-ea"/>
              </a:rPr>
              <a:t>单击此处编辑母版标题样式</a:t>
            </a:r>
            <a:endParaRPr dirty="0">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0" name="椭圆 9"/>
          <p:cNvSpPr/>
          <p:nvPr>
            <p:custDataLst>
              <p:tags r:id="rId2"/>
            </p:custDataLst>
          </p:nvPr>
        </p:nvSpPr>
        <p:spPr>
          <a:xfrm>
            <a:off x="635" y="2720975"/>
            <a:ext cx="4062095" cy="4137025"/>
          </a:xfrm>
          <a:prstGeom prst="ellipse">
            <a:avLst/>
          </a:prstGeom>
          <a:solidFill>
            <a:schemeClr val="accent1">
              <a:lumMod val="60000"/>
              <a:lumOff val="40000"/>
              <a:alpha val="50000"/>
            </a:schemeClr>
          </a:solidFill>
          <a:ln>
            <a:noFill/>
          </a:ln>
          <a:effectLst>
            <a:softEdge rad="1155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0"/>
                </a:schemeClr>
              </a:solidFill>
              <a:cs typeface="MiSans Normal" charset="-122"/>
            </a:endParaRPr>
          </a:p>
        </p:txBody>
      </p:sp>
      <p:sp>
        <p:nvSpPr>
          <p:cNvPr id="9" name="椭圆 8"/>
          <p:cNvSpPr/>
          <p:nvPr>
            <p:custDataLst>
              <p:tags r:id="rId3"/>
            </p:custDataLst>
          </p:nvPr>
        </p:nvSpPr>
        <p:spPr>
          <a:xfrm>
            <a:off x="9669780" y="635"/>
            <a:ext cx="2522855" cy="2348865"/>
          </a:xfrm>
          <a:prstGeom prst="ellipse">
            <a:avLst/>
          </a:prstGeom>
          <a:gradFill>
            <a:gsLst>
              <a:gs pos="0">
                <a:schemeClr val="accent1">
                  <a:lumMod val="40000"/>
                  <a:lumOff val="60000"/>
                </a:schemeClr>
              </a:gs>
              <a:gs pos="100000">
                <a:schemeClr val="accent1"/>
              </a:gs>
            </a:gsLst>
            <a:lin ang="7200000" scaled="0"/>
          </a:gradFill>
          <a:ln>
            <a:noFill/>
          </a:ln>
          <a:effectLst>
            <a:softEdge rad="850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sp>
        <p:nvSpPr>
          <p:cNvPr id="8" name="节编号"/>
          <p:cNvSpPr txBox="1">
            <a:spLocks noGrp="1"/>
          </p:cNvSpPr>
          <p:nvPr>
            <p:ph type="body" idx="3" hasCustomPrompt="1"/>
            <p:custDataLst>
              <p:tags r:id="rId4"/>
            </p:custDataLst>
          </p:nvPr>
        </p:nvSpPr>
        <p:spPr>
          <a:xfrm>
            <a:off x="2014220" y="2289811"/>
            <a:ext cx="2496820" cy="2117724"/>
          </a:xfrm>
          <a:prstGeom prst="rect">
            <a:avLst/>
          </a:prstGeom>
          <a:noFill/>
        </p:spPr>
        <p:txBody>
          <a:bodyPr wrap="square" lIns="91440" tIns="45720" rIns="91440" bIns="45720" rtlCol="0" anchor="ctr" anchorCtr="0">
            <a:normAutofit/>
          </a:bodyPr>
          <a:lstStyle>
            <a:lvl1pPr marL="0" marR="0" lvl="0" algn="l" defTabSz="914400" rtl="0" eaLnBrk="1" fontAlgn="auto" latinLnBrk="0" hangingPunct="1">
              <a:lnSpc>
                <a:spcPct val="100000"/>
              </a:lnSpc>
              <a:buClrTx/>
              <a:buSzTx/>
              <a:buFontTx/>
              <a:buNone/>
              <a:defRPr kumimoji="0" lang="en-US" altLang="zh-CN" sz="3600" b="0" i="0" u="none" strike="noStrike" kern="1200" cap="none" spc="0" normalizeH="0" baseline="0" noProof="1" dirty="0">
                <a:ln>
                  <a:solidFill>
                    <a:schemeClr val="accent1"/>
                  </a:solidFill>
                </a:ln>
                <a:noFill/>
                <a:latin typeface="+mj-ea"/>
                <a:ea typeface="+mj-ea"/>
                <a:cs typeface="MiSans Normal" charset="-122"/>
                <a:sym typeface="+mn-ea"/>
              </a:defRPr>
            </a:lvl1pPr>
          </a:lstStyle>
          <a:p>
            <a:pPr lvl="0" algn="l">
              <a:buClrTx/>
              <a:buSzTx/>
              <a:buFontTx/>
            </a:pPr>
            <a:r>
              <a:rPr dirty="0" err="1">
                <a:sym typeface="+mn-ea"/>
              </a:rPr>
              <a:t>编辑节编号</a:t>
            </a:r>
            <a:endParaRPr dirty="0">
              <a:sym typeface="+mn-ea"/>
            </a:endParaRPr>
          </a:p>
        </p:txBody>
      </p:sp>
      <p:sp>
        <p:nvSpPr>
          <p:cNvPr id="7" name="标题"/>
          <p:cNvSpPr txBox="1">
            <a:spLocks noGrp="1"/>
          </p:cNvSpPr>
          <p:nvPr>
            <p:ph type="title" idx="2" hasCustomPrompt="1"/>
            <p:custDataLst>
              <p:tags r:id="rId5"/>
            </p:custDataLst>
          </p:nvPr>
        </p:nvSpPr>
        <p:spPr>
          <a:xfrm>
            <a:off x="4511040" y="2289810"/>
            <a:ext cx="3531235" cy="2117090"/>
          </a:xfrm>
          <a:prstGeom prst="rect">
            <a:avLst/>
          </a:prstGeom>
          <a:noFill/>
        </p:spPr>
        <p:txBody>
          <a:bodyPr wrap="square" lIns="0" tIns="0" rIns="0" bIns="0" rtlCol="0" anchor="ctr" anchorCtr="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0" normalizeH="0" baseline="0" noProof="1" dirty="0">
                <a:solidFill>
                  <a:schemeClr val="tx1"/>
                </a:solidFill>
                <a:latin typeface="+mj-ea"/>
                <a:ea typeface="+mj-ea"/>
                <a:cs typeface="MiSans Normal" charset="-122"/>
                <a:sym typeface="+mn-ea"/>
              </a:defRPr>
            </a:lvl1pPr>
          </a:lstStyle>
          <a:p>
            <a:pPr lvl="0"/>
            <a:r>
              <a:rPr>
                <a:sym typeface="+mn-ea"/>
              </a:rPr>
              <a:t>单击编辑标题</a:t>
            </a:r>
            <a:endParaRPr>
              <a:sym typeface="+mn-ea"/>
            </a:endParaRPr>
          </a:p>
        </p:txBody>
      </p:sp>
      <p:pic>
        <p:nvPicPr>
          <p:cNvPr id="13" name="图形 10"/>
          <p:cNvPicPr>
            <a:picLocks noChangeAspect="1"/>
          </p:cNvPicPr>
          <p:nvPr>
            <p:custDataLst>
              <p:tags r:id="rId6"/>
            </p:custDataLst>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05136" y="3207049"/>
            <a:ext cx="2155313" cy="352463"/>
          </a:xfrm>
          <a:prstGeom prst="rect">
            <a:avLst/>
          </a:prstGeom>
        </p:spPr>
      </p:pic>
      <p:sp>
        <p:nvSpPr>
          <p:cNvPr id="4" name="日期占位符 3"/>
          <p:cNvSpPr>
            <a:spLocks noGrp="1"/>
          </p:cNvSpPr>
          <p:nvPr>
            <p:ph type="dt" sz="half" idx="10"/>
            <p:custDataLst>
              <p:tags r:id="rId9"/>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11"/>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标题和两栏">
    <p:spTree>
      <p:nvGrpSpPr>
        <p:cNvPr id="1" name=""/>
        <p:cNvGrpSpPr/>
        <p:nvPr/>
      </p:nvGrpSpPr>
      <p:grpSpPr>
        <a:xfrm>
          <a:off x="0" y="0"/>
          <a:ext cx="0" cy="0"/>
          <a:chOff x="0" y="0"/>
          <a:chExt cx="0" cy="0"/>
        </a:xfrm>
      </p:grpSpPr>
      <p:sp>
        <p:nvSpPr>
          <p:cNvPr id="10" name="正文"/>
          <p:cNvSpPr txBox="1">
            <a:spLocks noGrp="1"/>
          </p:cNvSpPr>
          <p:nvPr>
            <p:ph idx="3"/>
            <p:custDataLst>
              <p:tags r:id="rId2"/>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9" name="正文"/>
          <p:cNvSpPr txBox="1">
            <a:spLocks noGrp="1"/>
          </p:cNvSpPr>
          <p:nvPr>
            <p:ph idx="2"/>
            <p:custDataLst>
              <p:tags r:id="rId3"/>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8" name="标题"/>
          <p:cNvSpPr txBox="1">
            <a:spLocks noGrp="1"/>
          </p:cNvSpPr>
          <p:nvPr>
            <p:ph type="title" idx="1"/>
            <p:custDataLst>
              <p:tags r:id="rId4"/>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dirty="0">
                <a:sym typeface="+mn-ea"/>
              </a:rPr>
              <a:t>单击此处编辑母版标题样式</a:t>
            </a:r>
            <a:endParaRPr dirty="0">
              <a:sym typeface="+mn-ea"/>
            </a:endParaRPr>
          </a:p>
        </p:txBody>
      </p:sp>
      <p:sp>
        <p:nvSpPr>
          <p:cNvPr id="5" name="日期占位符 4"/>
          <p:cNvSpPr>
            <a:spLocks noGrp="1"/>
          </p:cNvSpPr>
          <p:nvPr>
            <p:ph type="dt" sz="half" idx="10"/>
            <p:custDataLst>
              <p:tags r:id="rId5"/>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标题和比较">
    <p:spTree>
      <p:nvGrpSpPr>
        <p:cNvPr id="1" name=""/>
        <p:cNvGrpSpPr/>
        <p:nvPr/>
      </p:nvGrpSpPr>
      <p:grpSpPr>
        <a:xfrm>
          <a:off x="0" y="0"/>
          <a:ext cx="0" cy="0"/>
          <a:chOff x="0" y="0"/>
          <a:chExt cx="0" cy="0"/>
        </a:xfrm>
      </p:grpSpPr>
      <p:sp>
        <p:nvSpPr>
          <p:cNvPr id="14" name="正文"/>
          <p:cNvSpPr txBox="1">
            <a:spLocks noGrp="1"/>
          </p:cNvSpPr>
          <p:nvPr>
            <p:ph idx="5"/>
            <p:custDataLst>
              <p:tags r:id="rId2"/>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13" name="标题"/>
          <p:cNvSpPr txBox="1">
            <a:spLocks noGrp="1"/>
          </p:cNvSpPr>
          <p:nvPr>
            <p:ph type="title" idx="4"/>
            <p:custDataLst>
              <p:tags r:id="rId3"/>
            </p:custDataLst>
          </p:nvPr>
        </p:nvSpPr>
        <p:spPr>
          <a:xfrm>
            <a:off x="62352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charset="-122"/>
              </a:defRPr>
            </a:lvl1pPr>
          </a:lstStyle>
          <a:p>
            <a:pPr lvl="0"/>
            <a:r>
              <a:rPr>
                <a:sym typeface="+mn-ea"/>
              </a:rPr>
              <a:t>单击此处编辑母版标题样式</a:t>
            </a:r>
            <a:endParaRPr>
              <a:sym typeface="+mn-ea"/>
            </a:endParaRPr>
          </a:p>
        </p:txBody>
      </p:sp>
      <p:sp>
        <p:nvSpPr>
          <p:cNvPr id="12" name="正文"/>
          <p:cNvSpPr txBox="1">
            <a:spLocks noGrp="1"/>
          </p:cNvSpPr>
          <p:nvPr>
            <p:ph idx="3"/>
            <p:custDataLst>
              <p:tags r:id="rId4"/>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11" name="标题"/>
          <p:cNvSpPr txBox="1">
            <a:spLocks noGrp="1"/>
          </p:cNvSpPr>
          <p:nvPr>
            <p:ph type="title" idx="2"/>
            <p:custDataLst>
              <p:tags r:id="rId5"/>
            </p:custDataLst>
          </p:nvPr>
        </p:nvSpPr>
        <p:spPr>
          <a:xfrm>
            <a:off x="6084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charset="-122"/>
              </a:defRPr>
            </a:lvl1pPr>
          </a:lstStyle>
          <a:p>
            <a:pPr lvl="0"/>
            <a:r>
              <a:rPr dirty="0">
                <a:sym typeface="+mn-ea"/>
              </a:rPr>
              <a:t>单击此处编辑母版标题样式</a:t>
            </a:r>
            <a:endParaRPr dirty="0">
              <a:sym typeface="+mn-ea"/>
            </a:endParaRPr>
          </a:p>
        </p:txBody>
      </p:sp>
      <p:sp>
        <p:nvSpPr>
          <p:cNvPr id="10" name="标题"/>
          <p:cNvSpPr txBox="1">
            <a:spLocks noGrp="1"/>
          </p:cNvSpPr>
          <p:nvPr>
            <p:ph type="title" idx="1"/>
            <p:custDataLst>
              <p:tags r:id="rId6"/>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a:sym typeface="+mn-ea"/>
              </a:rPr>
              <a:t>单击此处编辑母版标题样式</a:t>
            </a:r>
            <a:endParaRPr>
              <a:sym typeface="+mn-ea"/>
            </a:endParaRPr>
          </a:p>
        </p:txBody>
      </p:sp>
      <p:sp>
        <p:nvSpPr>
          <p:cNvPr id="7" name="日期占位符 6"/>
          <p:cNvSpPr>
            <a:spLocks noGrp="1"/>
          </p:cNvSpPr>
          <p:nvPr>
            <p:ph type="dt" sz="half" idx="10"/>
            <p:custDataLst>
              <p:tags r:id="rId7"/>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标题"/>
          <p:cNvSpPr txBox="1">
            <a:spLocks noGrp="1"/>
          </p:cNvSpPr>
          <p:nvPr>
            <p:ph type="title" idx="1"/>
            <p:custDataLst>
              <p:tags r:id="rId2"/>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AFF1154F-E427-4513-B34B-94E36374A1AB}"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7" name="正文" descr="7b0a20202020227461726765744d6f64756c65223a202270726f636573734f6e6c696e65466f6e7473220a7d0a"/>
          <p:cNvSpPr txBox="1">
            <a:spLocks noGrp="1"/>
          </p:cNvSpPr>
          <p:nvPr>
            <p:ph idx="1"/>
            <p:custDataLst>
              <p:tags r:id="rId2"/>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iSans Normal" charset="-122"/>
                <a:ea typeface="MiSans Normal" charset="-122"/>
                <a:cs typeface="MiSans Normal"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rgbClr val="548235"/>
              </a:buClr>
            </a:pPr>
            <a:r>
              <a:rPr lang="zh-CN" altLang="en-US" dirty="0">
                <a:sym typeface="+mn-ea"/>
              </a:rPr>
              <a:t>单击此处编辑母版文本样式</a:t>
            </a:r>
            <a:endParaRPr lang="zh-CN" altLang="en-US" dirty="0">
              <a:sym typeface="+mn-ea"/>
            </a:endParaRPr>
          </a:p>
          <a:p>
            <a:pPr lvl="1">
              <a:spcBef>
                <a:spcPts val="1200"/>
              </a:spcBef>
              <a:spcAft>
                <a:spcPts val="0"/>
              </a:spcAft>
              <a:buClr>
                <a:srgbClr val="548235"/>
              </a:buClr>
            </a:pPr>
            <a:r>
              <a:rPr lang="zh-CN" altLang="en-US" dirty="0">
                <a:sym typeface="+mn-ea"/>
              </a:rPr>
              <a:t>第二级</a:t>
            </a:r>
            <a:endParaRPr lang="zh-CN" altLang="en-US" dirty="0">
              <a:sym typeface="+mn-ea"/>
            </a:endParaRPr>
          </a:p>
          <a:p>
            <a:pPr lvl="2">
              <a:spcBef>
                <a:spcPts val="1200"/>
              </a:spcBef>
              <a:spcAft>
                <a:spcPts val="0"/>
              </a:spcAft>
              <a:buClr>
                <a:srgbClr val="548235"/>
              </a:buClr>
            </a:pPr>
            <a:r>
              <a:rPr lang="zh-CN" altLang="en-US" dirty="0">
                <a:sym typeface="+mn-ea"/>
              </a:rPr>
              <a:t>第三级</a:t>
            </a:r>
            <a:endParaRPr lang="zh-CN" altLang="en-US" dirty="0">
              <a:sym typeface="+mn-ea"/>
            </a:endParaRPr>
          </a:p>
          <a:p>
            <a:pPr lvl="3">
              <a:spcBef>
                <a:spcPts val="1200"/>
              </a:spcBef>
              <a:spcAft>
                <a:spcPts val="0"/>
              </a:spcAft>
              <a:buClr>
                <a:srgbClr val="548235"/>
              </a:buClr>
            </a:pPr>
            <a:r>
              <a:rPr lang="zh-CN" altLang="en-US" dirty="0">
                <a:sym typeface="+mn-ea"/>
              </a:rPr>
              <a:t>第四级</a:t>
            </a:r>
            <a:endParaRPr lang="zh-CN" altLang="en-US" dirty="0">
              <a:sym typeface="+mn-ea"/>
            </a:endParaRPr>
          </a:p>
          <a:p>
            <a:pPr lvl="4">
              <a:spcBef>
                <a:spcPts val="1200"/>
              </a:spcBef>
              <a:spcAft>
                <a:spcPts val="0"/>
              </a:spcAft>
              <a:buClr>
                <a:srgbClr val="548235"/>
              </a:buClr>
            </a:pPr>
            <a:r>
              <a:rPr lang="zh-CN" altLang="en-US" dirty="0">
                <a:sym typeface="+mn-ea"/>
              </a:rPr>
              <a:t>第五级</a:t>
            </a:r>
            <a:endParaRPr dirty="0">
              <a:sym typeface="+mn-ea"/>
            </a:endParaRPr>
          </a:p>
        </p:txBody>
      </p:sp>
      <p:sp>
        <p:nvSpPr>
          <p:cNvPr id="4" name="日期占位符 3"/>
          <p:cNvSpPr>
            <a:spLocks noGrp="1"/>
          </p:cNvSpPr>
          <p:nvPr>
            <p:ph type="dt" sz="half" idx="10"/>
            <p:custDataLst>
              <p:tags r:id="rId3"/>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7" name="副标题"/>
          <p:cNvSpPr txBox="1">
            <a:spLocks noGrp="1"/>
          </p:cNvSpPr>
          <p:nvPr>
            <p:ph type="body" idx="2" hasCustomPrompt="1"/>
            <p:custDataLst>
              <p:tags r:id="rId2"/>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mj-ea"/>
                <a:ea typeface="+mj-ea"/>
                <a:cs typeface="MiSans Normal" charset="-122"/>
              </a:defRPr>
            </a:lvl1pPr>
          </a:lstStyle>
          <a:p>
            <a:pPr lvl="0" algn="l"/>
            <a:r>
              <a:rPr dirty="0">
                <a:sym typeface="+mn-ea"/>
              </a:rPr>
              <a:t>单击此处编辑母版副标题样式</a:t>
            </a:r>
            <a:endParaRPr dirty="0">
              <a:sym typeface="+mn-ea"/>
            </a:endParaRPr>
          </a:p>
        </p:txBody>
      </p:sp>
      <p:sp>
        <p:nvSpPr>
          <p:cNvPr id="6" name="标题"/>
          <p:cNvSpPr txBox="1">
            <a:spLocks noGrp="1"/>
          </p:cNvSpPr>
          <p:nvPr>
            <p:ph type="title" idx="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3600" b="0" i="0" u="none" strike="noStrike" kern="1200" cap="none" spc="300" normalizeH="0" baseline="0" noProof="1" dirty="0">
                <a:ln>
                  <a:noFill/>
                  <a:prstDash val="sysDot"/>
                </a:ln>
                <a:solidFill>
                  <a:schemeClr val="tx1">
                    <a:lumMod val="85000"/>
                    <a:lumOff val="15000"/>
                  </a:schemeClr>
                </a:solidFill>
                <a:latin typeface="+mj-ea"/>
                <a:ea typeface="+mj-ea"/>
                <a:cs typeface="+mj-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6"/>
            </p:custDataLst>
          </p:nvPr>
        </p:nvSpPr>
        <p:spPr>
          <a:xfrm>
            <a:off x="8610600" y="6356350"/>
            <a:ext cx="2743200" cy="365125"/>
          </a:xfrm>
        </p:spPr>
        <p:txBody>
          <a:bodyPr/>
          <a:lstStyle/>
          <a:p>
            <a:fld id="{CFDA0808-8B01-405B-8ED6-12013DCE0AF6}"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sp>
        <p:nvSpPr>
          <p:cNvPr id="12" name="椭圆 11"/>
          <p:cNvSpPr/>
          <p:nvPr userDrawn="1">
            <p:custDataLst>
              <p:tags r:id="rId2"/>
            </p:custDataLst>
          </p:nvPr>
        </p:nvSpPr>
        <p:spPr>
          <a:xfrm>
            <a:off x="9721215" y="1270"/>
            <a:ext cx="2470785" cy="2159635"/>
          </a:xfrm>
          <a:prstGeom prst="ellipse">
            <a:avLst/>
          </a:prstGeom>
          <a:gradFill>
            <a:gsLst>
              <a:gs pos="0">
                <a:schemeClr val="accent1">
                  <a:lumMod val="40000"/>
                  <a:lumOff val="60000"/>
                </a:schemeClr>
              </a:gs>
              <a:gs pos="100000">
                <a:schemeClr val="accent2">
                  <a:lumMod val="75000"/>
                </a:schemeClr>
              </a:gs>
            </a:gsLst>
            <a:lin ang="7200000" scaled="0"/>
          </a:gradFill>
          <a:ln>
            <a:noFill/>
          </a:ln>
          <a:effectLst>
            <a:softEdge rad="850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37"/>
          <p:cNvSpPr/>
          <p:nvPr userDrawn="1">
            <p:custDataLst>
              <p:tags r:id="rId3"/>
            </p:custDataLst>
          </p:nvPr>
        </p:nvSpPr>
        <p:spPr>
          <a:xfrm flipH="1" flipV="1">
            <a:off x="0" y="1905"/>
            <a:ext cx="6517640" cy="6856095"/>
          </a:xfrm>
          <a:custGeom>
            <a:avLst/>
            <a:gdLst>
              <a:gd name="connsiteX0" fmla="*/ 11073245 w 11073245"/>
              <a:gd name="connsiteY0" fmla="*/ 7199311 h 7199311"/>
              <a:gd name="connsiteX1" fmla="*/ 0 w 11073245"/>
              <a:gd name="connsiteY1" fmla="*/ 7199311 h 7199311"/>
              <a:gd name="connsiteX2" fmla="*/ 0 w 11073245"/>
              <a:gd name="connsiteY2" fmla="*/ 0 h 7199311"/>
              <a:gd name="connsiteX3" fmla="*/ 11073245 w 11073245"/>
              <a:gd name="connsiteY3" fmla="*/ 0 h 7199311"/>
            </a:gdLst>
            <a:ahLst/>
            <a:cxnLst>
              <a:cxn ang="0">
                <a:pos x="connsiteX0" y="connsiteY0"/>
              </a:cxn>
              <a:cxn ang="0">
                <a:pos x="connsiteX1" y="connsiteY1"/>
              </a:cxn>
              <a:cxn ang="0">
                <a:pos x="connsiteX2" y="connsiteY2"/>
              </a:cxn>
              <a:cxn ang="0">
                <a:pos x="connsiteX3" y="connsiteY3"/>
              </a:cxn>
            </a:cxnLst>
            <a:rect l="l" t="t" r="r" b="b"/>
            <a:pathLst>
              <a:path w="11073245" h="7199311">
                <a:moveTo>
                  <a:pt x="11073245" y="7199311"/>
                </a:moveTo>
                <a:lnTo>
                  <a:pt x="0" y="7199311"/>
                </a:lnTo>
                <a:lnTo>
                  <a:pt x="0" y="0"/>
                </a:lnTo>
                <a:lnTo>
                  <a:pt x="11073245" y="0"/>
                </a:lnTo>
                <a:close/>
              </a:path>
            </a:pathLst>
          </a:custGeom>
          <a:gradFill flip="none" rotWithShape="1">
            <a:gsLst>
              <a:gs pos="0">
                <a:schemeClr val="accent1">
                  <a:alpha val="50000"/>
                </a:schemeClr>
              </a:gs>
              <a:gs pos="47000">
                <a:schemeClr val="accent1">
                  <a:lumMod val="20000"/>
                  <a:lumOff val="80000"/>
                  <a:alpha val="0"/>
                </a:schemeClr>
              </a:gs>
            </a:gsLst>
            <a:path path="circle">
              <a:fillToRect l="100000" b="100000"/>
            </a:path>
            <a:tileRect t="-100000" r="-100000"/>
          </a:gradFill>
          <a:ln w="12700" cap="flat" cmpd="sng" algn="ctr">
            <a:noFill/>
            <a:prstDash val="solid"/>
            <a:miter lim="800000"/>
          </a:ln>
          <a:effectLst/>
        </p:spPr>
        <p:style>
          <a:lnRef idx="2">
            <a:srgbClr val="0099FF">
              <a:shade val="50000"/>
            </a:srgbClr>
          </a:lnRef>
          <a:fillRef idx="1">
            <a:srgbClr val="0099FF"/>
          </a:fillRef>
          <a:effectRef idx="0">
            <a:srgbClr val="0099FF"/>
          </a:effectRef>
          <a:fontRef idx="minor">
            <a:sysClr val="window" lastClr="FFFFFF"/>
          </a:fontRef>
        </p:style>
        <p:txBody>
          <a:bodyPr wrap="square" rtlCol="0" anchor="ctr">
            <a:noAutofit/>
          </a:bodyPr>
          <a:lstStyle/>
          <a:p>
            <a:pPr algn="ctr"/>
            <a:endParaRPr lang="zh-CN" altLang="en-US"/>
          </a:p>
        </p:txBody>
      </p:sp>
      <p:sp>
        <p:nvSpPr>
          <p:cNvPr id="10" name="椭圆 9"/>
          <p:cNvSpPr/>
          <p:nvPr userDrawn="1">
            <p:custDataLst>
              <p:tags r:id="rId4"/>
            </p:custDataLst>
          </p:nvPr>
        </p:nvSpPr>
        <p:spPr>
          <a:xfrm rot="20622537">
            <a:off x="2338705" y="2000885"/>
            <a:ext cx="7515225" cy="203962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iSans Normal" charset="-122"/>
            </a:endParaRPr>
          </a:p>
        </p:txBody>
      </p:sp>
      <p:sp>
        <p:nvSpPr>
          <p:cNvPr id="8" name="标题"/>
          <p:cNvSpPr txBox="1">
            <a:spLocks noGrp="1"/>
          </p:cNvSpPr>
          <p:nvPr>
            <p:ph type="title" idx="2" hasCustomPrompt="1"/>
            <p:custDataLst>
              <p:tags r:id="rId5"/>
            </p:custDataLst>
          </p:nvPr>
        </p:nvSpPr>
        <p:spPr>
          <a:xfrm>
            <a:off x="1525270" y="1951355"/>
            <a:ext cx="9239250" cy="2146300"/>
          </a:xfrm>
          <a:prstGeom prst="rect">
            <a:avLst/>
          </a:prstGeom>
          <a:noFill/>
        </p:spPr>
        <p:txBody>
          <a:bodyPr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8000" b="0" i="0" u="none" strike="noStrike" kern="1200" cap="none" spc="0" normalizeH="0" baseline="0" noProof="1" dirty="0">
                <a:solidFill>
                  <a:schemeClr val="tx1"/>
                </a:solidFill>
                <a:latin typeface="+mj-ea"/>
                <a:ea typeface="+mj-ea"/>
                <a:cs typeface="MiSans Normal" charset="-122"/>
                <a:sym typeface="+mn-ea"/>
              </a:defRPr>
            </a:lvl1pPr>
          </a:lstStyle>
          <a:p>
            <a:pPr lvl="0" algn="ctr">
              <a:buClrTx/>
              <a:buSzTx/>
              <a:buFontTx/>
            </a:pPr>
            <a:r>
              <a:rPr dirty="0">
                <a:sym typeface="+mn-ea"/>
              </a:rPr>
              <a:t>单击此处编辑标题</a:t>
            </a:r>
            <a:endParaRPr dirty="0">
              <a:sym typeface="+mn-ea"/>
            </a:endParaRPr>
          </a:p>
        </p:txBody>
      </p:sp>
      <p:sp>
        <p:nvSpPr>
          <p:cNvPr id="7" name="副标题"/>
          <p:cNvSpPr txBox="1">
            <a:spLocks noGrp="1"/>
          </p:cNvSpPr>
          <p:nvPr>
            <p:ph type="body" idx="1" hasCustomPrompt="1"/>
            <p:custDataLst>
              <p:tags r:id="rId6"/>
            </p:custDataLst>
          </p:nvPr>
        </p:nvSpPr>
        <p:spPr>
          <a:xfrm>
            <a:off x="518160" y="5717540"/>
            <a:ext cx="2536825" cy="812800"/>
          </a:xfrm>
          <a:prstGeom prst="rect">
            <a:avLst/>
          </a:prstGeom>
          <a:noFill/>
        </p:spPr>
        <p:txBody>
          <a:bodyPr wrap="square" lIns="91440" tIns="45720" rIns="91440" bIns="45720" rtlCol="0" anchor="ctr" anchorCtr="0">
            <a:normAutofit/>
          </a:bodyPr>
          <a:lstStyle>
            <a:lvl1pPr marL="0" marR="0" lvl="0" algn="l" defTabSz="914400" rtl="0" eaLnBrk="1" fontAlgn="auto" latinLnBrk="0" hangingPunct="1">
              <a:lnSpc>
                <a:spcPct val="100000"/>
              </a:lnSpc>
              <a:buClrTx/>
              <a:buSzTx/>
              <a:buFontTx/>
              <a:buNone/>
              <a:defRPr kumimoji="0" lang="zh-CN" altLang="en-US" sz="1600" b="0" i="0" u="none" strike="noStrike" kern="1200" cap="none" spc="0" normalizeH="0" baseline="0" noProof="1" dirty="0">
                <a:solidFill>
                  <a:schemeClr val="tx1"/>
                </a:solidFill>
                <a:latin typeface="+mj-ea"/>
                <a:ea typeface="+mj-ea"/>
                <a:cs typeface="MiSans Normal" charset="-122"/>
                <a:sym typeface="+mn-ea"/>
              </a:defRPr>
            </a:lvl1pPr>
          </a:lstStyle>
          <a:p>
            <a:pPr lvl="0" algn="l">
              <a:buClrTx/>
              <a:buSzTx/>
              <a:buFontTx/>
            </a:pPr>
            <a:r>
              <a:rPr dirty="0">
                <a:sym typeface="+mn-ea"/>
              </a:rPr>
              <a:t>单击此处编辑文本</a:t>
            </a:r>
            <a:endParaRPr dirty="0">
              <a:sym typeface="+mn-ea"/>
            </a:endParaRPr>
          </a:p>
        </p:txBody>
      </p:sp>
      <p:sp>
        <p:nvSpPr>
          <p:cNvPr id="4" name="日期占位符 3"/>
          <p:cNvSpPr>
            <a:spLocks noGrp="1"/>
          </p:cNvSpPr>
          <p:nvPr>
            <p:ph type="dt" sz="half" idx="10"/>
            <p:custDataLst>
              <p:tags r:id="rId7"/>
            </p:custDataLst>
          </p:nvPr>
        </p:nvSpPr>
        <p:spPr>
          <a:xfrm>
            <a:off x="838200" y="6356350"/>
            <a:ext cx="2743200" cy="365125"/>
          </a:xfrm>
        </p:spPr>
        <p:txBody>
          <a:bodyPr/>
          <a:lstStyle/>
          <a:p>
            <a:fld id="{AFF1154F-E427-4513-B34B-94E36374A1AB}"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a:lstStyle/>
          <a:p>
            <a:fld id="{CFDA0808-8B01-405B-8ED6-12013DCE0AF6}" type="slidenum">
              <a:rPr lang="zh-CN" altLang="en-US" smtClean="0"/>
            </a:fld>
            <a:endParaRPr lang="zh-CN" altLang="en-US"/>
          </a:p>
        </p:txBody>
      </p:sp>
      <p:pic>
        <p:nvPicPr>
          <p:cNvPr id="2" name="图形 12"/>
          <p:cNvPicPr>
            <a:picLocks noChangeAspect="1"/>
          </p:cNvPicPr>
          <p:nvPr userDrawn="1">
            <p:custDataLst>
              <p:tags r:id="rId10"/>
            </p:custDataLst>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2700000">
            <a:off x="7799705" y="1013460"/>
            <a:ext cx="1157605" cy="1157605"/>
          </a:xfrm>
          <a:prstGeom prst="rect">
            <a:avLst/>
          </a:prstGeom>
        </p:spPr>
      </p:pic>
      <p:pic>
        <p:nvPicPr>
          <p:cNvPr id="3" name="图形 16"/>
          <p:cNvPicPr>
            <a:picLocks noChangeAspect="1"/>
          </p:cNvPicPr>
          <p:nvPr userDrawn="1">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10212943" y="5334181"/>
            <a:ext cx="1427948" cy="1427948"/>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42984" y="-1058"/>
            <a:ext cx="12234984" cy="6858423"/>
          </a:xfrm>
          <a:prstGeom prst="rect">
            <a:avLst/>
          </a:prstGeom>
        </p:spPr>
      </p:pic>
      <p:sp>
        <p:nvSpPr>
          <p:cNvPr id="3" name="矩形 2"/>
          <p:cNvSpPr/>
          <p:nvPr userDrawn="1"/>
        </p:nvSpPr>
        <p:spPr>
          <a:xfrm>
            <a:off x="359363" y="365883"/>
            <a:ext cx="11473275" cy="6126657"/>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advTm="3000"/>
    </mc:Choice>
    <mc:Fallback>
      <p:transition advTm="3000"/>
    </mc:Fallback>
  </mc:AlternateContent>
  <p:hf sldNum="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0" Type="http://schemas.openxmlformats.org/officeDocument/2006/relationships/theme" Target="../theme/theme2.xml"/><Relationship Id="rId2" Type="http://schemas.openxmlformats.org/officeDocument/2006/relationships/slideLayout" Target="../slideLayouts/slideLayout13.xml"/><Relationship Id="rId19" Type="http://schemas.openxmlformats.org/officeDocument/2006/relationships/tags" Target="../tags/tag75.xml"/><Relationship Id="rId18" Type="http://schemas.openxmlformats.org/officeDocument/2006/relationships/tags" Target="../tags/tag74.xml"/><Relationship Id="rId17" Type="http://schemas.openxmlformats.org/officeDocument/2006/relationships/tags" Target="../tags/tag73.xml"/><Relationship Id="rId16" Type="http://schemas.openxmlformats.org/officeDocument/2006/relationships/tags" Target="../tags/tag72.xml"/><Relationship Id="rId15" Type="http://schemas.openxmlformats.org/officeDocument/2006/relationships/tags" Target="../tags/tag71.xml"/><Relationship Id="rId14" Type="http://schemas.openxmlformats.org/officeDocument/2006/relationships/tags" Target="../tags/tag70.xml"/><Relationship Id="rId13" Type="http://schemas.openxmlformats.org/officeDocument/2006/relationships/tags" Target="../tags/tag69.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0" Type="http://schemas.openxmlformats.org/officeDocument/2006/relationships/theme" Target="../theme/theme3.xml"/><Relationship Id="rId2" Type="http://schemas.openxmlformats.org/officeDocument/2006/relationships/slideLayout" Target="../slideLayouts/slideLayout25.xml"/><Relationship Id="rId19" Type="http://schemas.openxmlformats.org/officeDocument/2006/relationships/tags" Target="../tags/tag150.xml"/><Relationship Id="rId18" Type="http://schemas.openxmlformats.org/officeDocument/2006/relationships/tags" Target="../tags/tag149.xml"/><Relationship Id="rId17" Type="http://schemas.openxmlformats.org/officeDocument/2006/relationships/tags" Target="../tags/tag148.xml"/><Relationship Id="rId16" Type="http://schemas.openxmlformats.org/officeDocument/2006/relationships/tags" Target="../tags/tag147.xml"/><Relationship Id="rId15" Type="http://schemas.openxmlformats.org/officeDocument/2006/relationships/tags" Target="../tags/tag146.xml"/><Relationship Id="rId14" Type="http://schemas.openxmlformats.org/officeDocument/2006/relationships/tags" Target="../tags/tag145.xml"/><Relationship Id="rId13" Type="http://schemas.openxmlformats.org/officeDocument/2006/relationships/tags" Target="../tags/tag144.xml"/><Relationship Id="rId12" Type="http://schemas.openxmlformats.org/officeDocument/2006/relationships/slideLayout" Target="../slideLayouts/slideLayout3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0" Type="http://schemas.openxmlformats.org/officeDocument/2006/relationships/theme" Target="../theme/theme4.xml"/><Relationship Id="rId2" Type="http://schemas.openxmlformats.org/officeDocument/2006/relationships/slideLayout" Target="../slideLayouts/slideLayout37.xml"/><Relationship Id="rId19" Type="http://schemas.openxmlformats.org/officeDocument/2006/relationships/tags" Target="../tags/tag225.xml"/><Relationship Id="rId18" Type="http://schemas.openxmlformats.org/officeDocument/2006/relationships/tags" Target="../tags/tag224.xml"/><Relationship Id="rId17" Type="http://schemas.openxmlformats.org/officeDocument/2006/relationships/tags" Target="../tags/tag223.xml"/><Relationship Id="rId16" Type="http://schemas.openxmlformats.org/officeDocument/2006/relationships/tags" Target="../tags/tag222.xml"/><Relationship Id="rId15" Type="http://schemas.openxmlformats.org/officeDocument/2006/relationships/tags" Target="../tags/tag221.xml"/><Relationship Id="rId14" Type="http://schemas.openxmlformats.org/officeDocument/2006/relationships/tags" Target="../tags/tag220.xml"/><Relationship Id="rId13" Type="http://schemas.openxmlformats.org/officeDocument/2006/relationships/tags" Target="../tags/tag219.xml"/><Relationship Id="rId12" Type="http://schemas.openxmlformats.org/officeDocument/2006/relationships/slideLayout" Target="../slideLayouts/slideLayout47.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1" name="任意多边形: 形状 37"/>
          <p:cNvSpPr/>
          <p:nvPr>
            <p:custDataLst>
              <p:tags r:id="rId13"/>
            </p:custDataLst>
          </p:nvPr>
        </p:nvSpPr>
        <p:spPr>
          <a:xfrm flipV="1">
            <a:off x="5674360" y="1905"/>
            <a:ext cx="6517640" cy="6856095"/>
          </a:xfrm>
          <a:custGeom>
            <a:avLst/>
            <a:gdLst>
              <a:gd name="connsiteX0" fmla="*/ 11073245 w 11073245"/>
              <a:gd name="connsiteY0" fmla="*/ 7199311 h 7199311"/>
              <a:gd name="connsiteX1" fmla="*/ 0 w 11073245"/>
              <a:gd name="connsiteY1" fmla="*/ 7199311 h 7199311"/>
              <a:gd name="connsiteX2" fmla="*/ 0 w 11073245"/>
              <a:gd name="connsiteY2" fmla="*/ 0 h 7199311"/>
              <a:gd name="connsiteX3" fmla="*/ 11073245 w 11073245"/>
              <a:gd name="connsiteY3" fmla="*/ 0 h 7199311"/>
            </a:gdLst>
            <a:ahLst/>
            <a:cxnLst>
              <a:cxn ang="0">
                <a:pos x="connsiteX0" y="connsiteY0"/>
              </a:cxn>
              <a:cxn ang="0">
                <a:pos x="connsiteX1" y="connsiteY1"/>
              </a:cxn>
              <a:cxn ang="0">
                <a:pos x="connsiteX2" y="connsiteY2"/>
              </a:cxn>
              <a:cxn ang="0">
                <a:pos x="connsiteX3" y="connsiteY3"/>
              </a:cxn>
            </a:cxnLst>
            <a:rect l="l" t="t" r="r" b="b"/>
            <a:pathLst>
              <a:path w="11073245" h="7199311">
                <a:moveTo>
                  <a:pt x="11073245" y="7199311"/>
                </a:moveTo>
                <a:lnTo>
                  <a:pt x="0" y="7199311"/>
                </a:lnTo>
                <a:lnTo>
                  <a:pt x="0" y="0"/>
                </a:lnTo>
                <a:lnTo>
                  <a:pt x="11073245" y="0"/>
                </a:lnTo>
                <a:close/>
              </a:path>
            </a:pathLst>
          </a:custGeom>
          <a:gradFill flip="none" rotWithShape="1">
            <a:gsLst>
              <a:gs pos="0">
                <a:schemeClr val="accent1">
                  <a:lumMod val="75000"/>
                  <a:alpha val="13000"/>
                </a:schemeClr>
              </a:gs>
              <a:gs pos="47000">
                <a:schemeClr val="accent1">
                  <a:alpha val="0"/>
                </a:schemeClr>
              </a:gs>
            </a:gsLst>
            <a:path path="circle">
              <a:fillToRect l="100000" b="100000"/>
            </a:path>
            <a:tileRect t="-100000" r="-100000"/>
          </a:gradFill>
          <a:ln w="12700" cap="flat" cmpd="sng" algn="ctr">
            <a:noFill/>
            <a:prstDash val="solid"/>
            <a:miter lim="800000"/>
          </a:ln>
          <a:effectLst/>
        </p:spPr>
        <p:style>
          <a:lnRef idx="2">
            <a:srgbClr val="0099FF">
              <a:shade val="50000"/>
            </a:srgbClr>
          </a:lnRef>
          <a:fillRef idx="1">
            <a:srgbClr val="0099FF"/>
          </a:fillRef>
          <a:effectRef idx="0">
            <a:srgbClr val="0099FF"/>
          </a:effectRef>
          <a:fontRef idx="minor">
            <a:sysClr val="window" lastClr="FFFFFF"/>
          </a:fontRef>
        </p:style>
        <p:txBody>
          <a:bodyPr wrap="square" rtlCol="0" anchor="ctr">
            <a:noAutofit/>
          </a:bodyPr>
          <a:lstStyle/>
          <a:p>
            <a:pPr algn="ctr"/>
            <a:endParaRPr lang="zh-CN" altLang="en-US"/>
          </a:p>
        </p:txBody>
      </p:sp>
      <p:sp>
        <p:nvSpPr>
          <p:cNvPr id="9" name="日期占位符 8"/>
          <p:cNvSpPr>
            <a:spLocks noGrp="1"/>
          </p:cNvSpPr>
          <p:nvPr>
            <p:ph type="dt" sz="half" idx="10"/>
            <p:custDataLst>
              <p:tags r:id="rId14"/>
            </p:custDataLst>
          </p:nvPr>
        </p:nvSpPr>
        <p:spPr>
          <a:xfrm>
            <a:off x="695960" y="6356350"/>
            <a:ext cx="2743200" cy="365125"/>
          </a:xfrm>
        </p:spPr>
        <p:txBody>
          <a:bodyPr/>
          <a:lstStyle/>
          <a:p>
            <a:fld id="{AFF1154F-E427-4513-B34B-94E36374A1AB}" type="datetimeFigureOut">
              <a:rPr lang="zh-CN" altLang="en-US" smtClean="0"/>
            </a:fld>
            <a:endParaRPr lang="zh-CN" altLang="en-US"/>
          </a:p>
        </p:txBody>
      </p:sp>
      <p:sp>
        <p:nvSpPr>
          <p:cNvPr id="12" name="页脚占位符 11"/>
          <p:cNvSpPr>
            <a:spLocks noGrp="1"/>
          </p:cNvSpPr>
          <p:nvPr>
            <p:ph type="ftr" sz="quarter" idx="11"/>
            <p:custDataLst>
              <p:tags r:id="rId15"/>
            </p:custDataLst>
          </p:nvPr>
        </p:nvSpPr>
        <p:spPr>
          <a:xfrm>
            <a:off x="4038600" y="6356350"/>
            <a:ext cx="4114800" cy="365125"/>
          </a:xfrm>
        </p:spPr>
        <p:txBody>
          <a:bodyPr/>
          <a:lstStyle/>
          <a:p>
            <a:endParaRPr lang="zh-CN" altLang="en-US"/>
          </a:p>
        </p:txBody>
      </p:sp>
      <p:sp>
        <p:nvSpPr>
          <p:cNvPr id="13" name="灯片编号占位符 12"/>
          <p:cNvSpPr>
            <a:spLocks noGrp="1"/>
          </p:cNvSpPr>
          <p:nvPr>
            <p:ph type="sldNum" sz="quarter" idx="12"/>
            <p:custDataLst>
              <p:tags r:id="rId16"/>
            </p:custDataLst>
          </p:nvPr>
        </p:nvSpPr>
        <p:spPr>
          <a:xfrm>
            <a:off x="8753983" y="6356350"/>
            <a:ext cx="2743200" cy="365125"/>
          </a:xfrm>
        </p:spPr>
        <p:txBody>
          <a:bodyPr/>
          <a:lstStyle/>
          <a:p>
            <a:fld id="{CFDA0808-8B01-405B-8ED6-12013DCE0AF6}" type="slidenum">
              <a:rPr lang="zh-CN" altLang="en-US" smtClean="0"/>
            </a:fld>
            <a:endParaRPr lang="zh-CN" altLang="en-US"/>
          </a:p>
        </p:txBody>
      </p:sp>
      <p:sp>
        <p:nvSpPr>
          <p:cNvPr id="4" name="文本占位符 3"/>
          <p:cNvSpPr>
            <a:spLocks noGrp="1"/>
          </p:cNvSpPr>
          <p:nvPr>
            <p:ph type="body" idx="1"/>
            <p:custDataLst>
              <p:tags r:id="rId17"/>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rgbClr val="548235"/>
              </a:buClr>
              <a:buSzTx/>
              <a:buChar char="●"/>
            </a:pPr>
            <a:r>
              <a:rPr lang="zh-CN" altLang="en-US"/>
              <a:t>单击此处编辑母版文本样式</a:t>
            </a:r>
            <a:endParaRPr lang="zh-CN" altLang="en-US"/>
          </a:p>
          <a:p>
            <a:pPr lvl="1">
              <a:buChar char="●"/>
              <a:tabLst>
                <a:tab pos="1609725" algn="l"/>
              </a:tabLst>
            </a:pPr>
            <a:r>
              <a:rPr lang="zh-CN" altLang="en-US"/>
              <a:t>二级</a:t>
            </a:r>
            <a:endParaRPr lang="zh-CN" altLang="en-US"/>
          </a:p>
          <a:p>
            <a:pPr lvl="2">
              <a:buChar char="●"/>
            </a:pPr>
            <a:r>
              <a:rPr lang="zh-CN" altLang="en-US"/>
              <a:t>三级</a:t>
            </a:r>
            <a:endParaRPr lang="zh-CN" altLang="en-US"/>
          </a:p>
          <a:p>
            <a:pPr lvl="3">
              <a:buFont typeface="Wingdings" panose="05000000000000000000" charset="0"/>
              <a:buChar char=""/>
            </a:pPr>
            <a:r>
              <a:rPr lang="zh-CN" altLang="en-US"/>
              <a:t>四级</a:t>
            </a:r>
            <a:endParaRPr lang="zh-CN" altLang="en-US"/>
          </a:p>
          <a:p>
            <a:pPr lvl="4"/>
            <a:r>
              <a:rPr lang="zh-CN" altLang="en-US"/>
              <a:t>五级</a:t>
            </a:r>
            <a:endParaRPr lang="zh-CN" altLang="en-US"/>
          </a:p>
        </p:txBody>
      </p:sp>
      <p:sp>
        <p:nvSpPr>
          <p:cNvPr id="2" name="标题占位符 1"/>
          <p:cNvSpPr>
            <a:spLocks noGrp="1"/>
          </p:cNvSpPr>
          <p:nvPr>
            <p:ph type="title"/>
            <p:custDataLst>
              <p:tags r:id="rId18"/>
            </p:custDataLst>
          </p:nvPr>
        </p:nvSpPr>
        <p:spPr>
          <a:xfrm>
            <a:off x="695960" y="360000"/>
            <a:ext cx="10800000" cy="720000"/>
          </a:xfrm>
          <a:prstGeom prst="rect">
            <a:avLst/>
          </a:prstGeom>
          <a:noFill/>
          <a:ln>
            <a:noFill/>
            <a:prstDash val="sysDash"/>
          </a:ln>
        </p:spPr>
        <p:txBody>
          <a:bodyPr vert="horz" wrap="square" lIns="91440" tIns="45720" rIns="91440" bIns="45720" rtlCol="0" anchor="b" anchorCtr="0">
            <a:normAutofit/>
          </a:bodyPr>
          <a:lstStyle/>
          <a:p>
            <a:pPr marL="0" marR="0" lvl="0" fontAlgn="auto">
              <a:lnSpc>
                <a:spcPct val="100000"/>
              </a:lnSpc>
              <a:buClrTx/>
              <a:buSzTx/>
              <a:buFontTx/>
            </a:pPr>
            <a:r>
              <a:rPr lang="zh-CN" altLang="en-US" dirty="0"/>
              <a:t>单击此处编辑母版标题样式</a:t>
            </a:r>
            <a:endParaRPr lang="zh-CN" altLang="en-US" dirty="0"/>
          </a:p>
        </p:txBody>
      </p:sp>
      <p:sp>
        <p:nvSpPr>
          <p:cNvPr id="3" name="KSO_TEMPLATE" hidden="1"/>
          <p:cNvSpPr/>
          <p:nvPr userDrawn="1">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latin typeface="+mj-ea"/>
          <a:ea typeface="+mj-ea"/>
          <a:cs typeface="MiSans Normal"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a:ln>
            <a:noFill/>
            <a:prstDash val="sysDot"/>
          </a:ln>
          <a:solidFill>
            <a:schemeClr val="tx1">
              <a:lumMod val="75000"/>
              <a:lumOff val="25000"/>
            </a:schemeClr>
          </a:solidFill>
          <a:uFillTx/>
          <a:latin typeface="+mn-ea"/>
          <a:ea typeface="+mn-ea"/>
          <a:cs typeface="MiSans Normal" charset="-122"/>
        </a:defRPr>
      </a:lvl1pPr>
      <a:lvl2pPr marL="6858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600" b="0" i="0" u="none" strike="noStrike" kern="1200" cap="none" spc="150" normalizeH="0" baseline="0">
          <a:solidFill>
            <a:schemeClr val="tx1">
              <a:lumMod val="65000"/>
              <a:lumOff val="35000"/>
            </a:schemeClr>
          </a:solidFill>
          <a:uFillTx/>
          <a:latin typeface="+mn-ea"/>
          <a:ea typeface="+mn-ea"/>
          <a:cs typeface="MiSans Normal" charset="-122"/>
          <a:sym typeface="+mn-ea"/>
        </a:defRPr>
      </a:lvl2pPr>
      <a:lvl3pPr marL="11430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600" b="0" i="0" u="none" strike="noStrike" kern="1200" cap="none" spc="150" normalizeH="0" baseline="0">
          <a:solidFill>
            <a:schemeClr val="tx1">
              <a:lumMod val="65000"/>
              <a:lumOff val="35000"/>
            </a:schemeClr>
          </a:solidFill>
          <a:uFillTx/>
          <a:latin typeface="+mn-ea"/>
          <a:ea typeface="+mn-ea"/>
          <a:cs typeface="MiSans Normal" charset="-122"/>
          <a:sym typeface="+mn-ea"/>
        </a:defRPr>
      </a:lvl3pPr>
      <a:lvl4pPr marL="16002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400" b="0" i="0" u="none" strike="noStrike" kern="1200" cap="none" spc="150" normalizeH="0" baseline="0">
          <a:solidFill>
            <a:schemeClr val="tx1">
              <a:lumMod val="65000"/>
              <a:lumOff val="35000"/>
            </a:schemeClr>
          </a:solidFill>
          <a:uFillTx/>
          <a:latin typeface="+mn-ea"/>
          <a:ea typeface="+mn-ea"/>
          <a:cs typeface="MiSans Normal" charset="-122"/>
          <a:sym typeface="+mn-ea"/>
        </a:defRPr>
      </a:lvl4pPr>
      <a:lvl5pPr marL="20574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400" b="0" i="0" u="none" strike="noStrike" kern="1200" cap="none" spc="150" normalizeH="0" baseline="0">
          <a:solidFill>
            <a:schemeClr val="tx1">
              <a:lumMod val="65000"/>
              <a:lumOff val="35000"/>
            </a:schemeClr>
          </a:solidFill>
          <a:uFillTx/>
          <a:latin typeface="+mn-ea"/>
          <a:ea typeface="+mn-ea"/>
          <a:cs typeface="MiSans Normal" charset="-122"/>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1" name="任意多边形: 形状 37"/>
          <p:cNvSpPr/>
          <p:nvPr>
            <p:custDataLst>
              <p:tags r:id="rId13"/>
            </p:custDataLst>
          </p:nvPr>
        </p:nvSpPr>
        <p:spPr>
          <a:xfrm flipV="1">
            <a:off x="5674360" y="1905"/>
            <a:ext cx="6517640" cy="6856095"/>
          </a:xfrm>
          <a:custGeom>
            <a:avLst/>
            <a:gdLst>
              <a:gd name="connsiteX0" fmla="*/ 11073245 w 11073245"/>
              <a:gd name="connsiteY0" fmla="*/ 7199311 h 7199311"/>
              <a:gd name="connsiteX1" fmla="*/ 0 w 11073245"/>
              <a:gd name="connsiteY1" fmla="*/ 7199311 h 7199311"/>
              <a:gd name="connsiteX2" fmla="*/ 0 w 11073245"/>
              <a:gd name="connsiteY2" fmla="*/ 0 h 7199311"/>
              <a:gd name="connsiteX3" fmla="*/ 11073245 w 11073245"/>
              <a:gd name="connsiteY3" fmla="*/ 0 h 7199311"/>
            </a:gdLst>
            <a:ahLst/>
            <a:cxnLst>
              <a:cxn ang="0">
                <a:pos x="connsiteX0" y="connsiteY0"/>
              </a:cxn>
              <a:cxn ang="0">
                <a:pos x="connsiteX1" y="connsiteY1"/>
              </a:cxn>
              <a:cxn ang="0">
                <a:pos x="connsiteX2" y="connsiteY2"/>
              </a:cxn>
              <a:cxn ang="0">
                <a:pos x="connsiteX3" y="connsiteY3"/>
              </a:cxn>
            </a:cxnLst>
            <a:rect l="l" t="t" r="r" b="b"/>
            <a:pathLst>
              <a:path w="11073245" h="7199311">
                <a:moveTo>
                  <a:pt x="11073245" y="7199311"/>
                </a:moveTo>
                <a:lnTo>
                  <a:pt x="0" y="7199311"/>
                </a:lnTo>
                <a:lnTo>
                  <a:pt x="0" y="0"/>
                </a:lnTo>
                <a:lnTo>
                  <a:pt x="11073245" y="0"/>
                </a:lnTo>
                <a:close/>
              </a:path>
            </a:pathLst>
          </a:custGeom>
          <a:gradFill flip="none" rotWithShape="1">
            <a:gsLst>
              <a:gs pos="0">
                <a:schemeClr val="accent1">
                  <a:lumMod val="75000"/>
                  <a:alpha val="13000"/>
                </a:schemeClr>
              </a:gs>
              <a:gs pos="47000">
                <a:schemeClr val="accent1">
                  <a:alpha val="0"/>
                </a:schemeClr>
              </a:gs>
            </a:gsLst>
            <a:path path="circle">
              <a:fillToRect l="100000" b="100000"/>
            </a:path>
            <a:tileRect t="-100000" r="-100000"/>
          </a:gradFill>
          <a:ln w="12700" cap="flat" cmpd="sng" algn="ctr">
            <a:noFill/>
            <a:prstDash val="solid"/>
            <a:miter lim="800000"/>
          </a:ln>
          <a:effectLst/>
        </p:spPr>
        <p:style>
          <a:lnRef idx="2">
            <a:srgbClr val="0099FF">
              <a:shade val="50000"/>
            </a:srgbClr>
          </a:lnRef>
          <a:fillRef idx="1">
            <a:srgbClr val="0099FF"/>
          </a:fillRef>
          <a:effectRef idx="0">
            <a:srgbClr val="0099FF"/>
          </a:effectRef>
          <a:fontRef idx="minor">
            <a:sysClr val="window" lastClr="FFFFFF"/>
          </a:fontRef>
        </p:style>
        <p:txBody>
          <a:bodyPr wrap="square" rtlCol="0" anchor="ctr">
            <a:noAutofit/>
          </a:bodyPr>
          <a:lstStyle/>
          <a:p>
            <a:pPr algn="ctr"/>
            <a:endParaRPr lang="zh-CN" altLang="en-US"/>
          </a:p>
        </p:txBody>
      </p:sp>
      <p:sp>
        <p:nvSpPr>
          <p:cNvPr id="9" name="日期占位符 8"/>
          <p:cNvSpPr>
            <a:spLocks noGrp="1"/>
          </p:cNvSpPr>
          <p:nvPr>
            <p:ph type="dt" sz="half" idx="10"/>
            <p:custDataLst>
              <p:tags r:id="rId14"/>
            </p:custDataLst>
          </p:nvPr>
        </p:nvSpPr>
        <p:spPr>
          <a:xfrm>
            <a:off x="695960" y="6356350"/>
            <a:ext cx="2743200" cy="365125"/>
          </a:xfrm>
        </p:spPr>
        <p:txBody>
          <a:bodyPr/>
          <a:lstStyle/>
          <a:p>
            <a:fld id="{AFF1154F-E427-4513-B34B-94E36374A1AB}" type="datetimeFigureOut">
              <a:rPr lang="zh-CN" altLang="en-US" smtClean="0"/>
            </a:fld>
            <a:endParaRPr lang="zh-CN" altLang="en-US"/>
          </a:p>
        </p:txBody>
      </p:sp>
      <p:sp>
        <p:nvSpPr>
          <p:cNvPr id="12" name="页脚占位符 11"/>
          <p:cNvSpPr>
            <a:spLocks noGrp="1"/>
          </p:cNvSpPr>
          <p:nvPr>
            <p:ph type="ftr" sz="quarter" idx="11"/>
            <p:custDataLst>
              <p:tags r:id="rId15"/>
            </p:custDataLst>
          </p:nvPr>
        </p:nvSpPr>
        <p:spPr>
          <a:xfrm>
            <a:off x="4038600" y="6356350"/>
            <a:ext cx="4114800" cy="365125"/>
          </a:xfrm>
        </p:spPr>
        <p:txBody>
          <a:bodyPr/>
          <a:lstStyle/>
          <a:p>
            <a:endParaRPr lang="zh-CN" altLang="en-US"/>
          </a:p>
        </p:txBody>
      </p:sp>
      <p:sp>
        <p:nvSpPr>
          <p:cNvPr id="13" name="灯片编号占位符 12"/>
          <p:cNvSpPr>
            <a:spLocks noGrp="1"/>
          </p:cNvSpPr>
          <p:nvPr>
            <p:ph type="sldNum" sz="quarter" idx="12"/>
            <p:custDataLst>
              <p:tags r:id="rId16"/>
            </p:custDataLst>
          </p:nvPr>
        </p:nvSpPr>
        <p:spPr>
          <a:xfrm>
            <a:off x="8753983" y="6356350"/>
            <a:ext cx="2743200" cy="365125"/>
          </a:xfrm>
        </p:spPr>
        <p:txBody>
          <a:bodyPr/>
          <a:lstStyle/>
          <a:p>
            <a:fld id="{CFDA0808-8B01-405B-8ED6-12013DCE0AF6}" type="slidenum">
              <a:rPr lang="zh-CN" altLang="en-US" smtClean="0"/>
            </a:fld>
            <a:endParaRPr lang="zh-CN" altLang="en-US"/>
          </a:p>
        </p:txBody>
      </p:sp>
      <p:sp>
        <p:nvSpPr>
          <p:cNvPr id="4" name="文本占位符 3"/>
          <p:cNvSpPr>
            <a:spLocks noGrp="1"/>
          </p:cNvSpPr>
          <p:nvPr>
            <p:ph type="body" idx="1"/>
            <p:custDataLst>
              <p:tags r:id="rId17"/>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rgbClr val="548235"/>
              </a:buClr>
              <a:buSzTx/>
              <a:buChar char="●"/>
            </a:pPr>
            <a:r>
              <a:rPr lang="zh-CN" altLang="en-US"/>
              <a:t>单击此处编辑母版文本样式</a:t>
            </a:r>
            <a:endParaRPr lang="zh-CN" altLang="en-US"/>
          </a:p>
          <a:p>
            <a:pPr lvl="1">
              <a:buChar char="●"/>
              <a:tabLst>
                <a:tab pos="1609725" algn="l"/>
              </a:tabLst>
            </a:pPr>
            <a:r>
              <a:rPr lang="zh-CN" altLang="en-US"/>
              <a:t>二级</a:t>
            </a:r>
            <a:endParaRPr lang="zh-CN" altLang="en-US"/>
          </a:p>
          <a:p>
            <a:pPr lvl="2">
              <a:buChar char="●"/>
            </a:pPr>
            <a:r>
              <a:rPr lang="zh-CN" altLang="en-US"/>
              <a:t>三级</a:t>
            </a:r>
            <a:endParaRPr lang="zh-CN" altLang="en-US"/>
          </a:p>
          <a:p>
            <a:pPr lvl="3">
              <a:buFont typeface="Wingdings" panose="05000000000000000000" charset="0"/>
              <a:buChar char=""/>
            </a:pPr>
            <a:r>
              <a:rPr lang="zh-CN" altLang="en-US"/>
              <a:t>四级</a:t>
            </a:r>
            <a:endParaRPr lang="zh-CN" altLang="en-US"/>
          </a:p>
          <a:p>
            <a:pPr lvl="4"/>
            <a:r>
              <a:rPr lang="zh-CN" altLang="en-US"/>
              <a:t>五级</a:t>
            </a:r>
            <a:endParaRPr lang="zh-CN" altLang="en-US"/>
          </a:p>
        </p:txBody>
      </p:sp>
      <p:sp>
        <p:nvSpPr>
          <p:cNvPr id="2" name="标题占位符 1"/>
          <p:cNvSpPr>
            <a:spLocks noGrp="1"/>
          </p:cNvSpPr>
          <p:nvPr>
            <p:ph type="title"/>
            <p:custDataLst>
              <p:tags r:id="rId18"/>
            </p:custDataLst>
          </p:nvPr>
        </p:nvSpPr>
        <p:spPr>
          <a:xfrm>
            <a:off x="695960" y="360000"/>
            <a:ext cx="10800000" cy="720000"/>
          </a:xfrm>
          <a:prstGeom prst="rect">
            <a:avLst/>
          </a:prstGeom>
          <a:noFill/>
          <a:ln>
            <a:noFill/>
            <a:prstDash val="sysDash"/>
          </a:ln>
        </p:spPr>
        <p:txBody>
          <a:bodyPr vert="horz" wrap="square" lIns="91440" tIns="45720" rIns="91440" bIns="45720" rtlCol="0" anchor="b" anchorCtr="0">
            <a:normAutofit/>
          </a:bodyPr>
          <a:lstStyle/>
          <a:p>
            <a:pPr marL="0" marR="0" lvl="0" fontAlgn="auto">
              <a:lnSpc>
                <a:spcPct val="100000"/>
              </a:lnSpc>
              <a:buClrTx/>
              <a:buSzTx/>
              <a:buFontTx/>
            </a:pPr>
            <a:r>
              <a:rPr lang="zh-CN" altLang="en-US" dirty="0"/>
              <a:t>单击此处编辑母版标题样式</a:t>
            </a:r>
            <a:endParaRPr lang="zh-CN" altLang="en-US" dirty="0"/>
          </a:p>
        </p:txBody>
      </p:sp>
      <p:sp>
        <p:nvSpPr>
          <p:cNvPr id="3" name="KSO_TEMPLATE" hidden="1"/>
          <p:cNvSpPr/>
          <p:nvPr userDrawn="1">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latin typeface="+mj-ea"/>
          <a:ea typeface="+mj-ea"/>
          <a:cs typeface="MiSans Normal"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a:ln>
            <a:noFill/>
            <a:prstDash val="sysDot"/>
          </a:ln>
          <a:solidFill>
            <a:schemeClr val="tx1">
              <a:lumMod val="75000"/>
              <a:lumOff val="25000"/>
            </a:schemeClr>
          </a:solidFill>
          <a:uFillTx/>
          <a:latin typeface="+mn-ea"/>
          <a:ea typeface="+mn-ea"/>
          <a:cs typeface="MiSans Normal" charset="-122"/>
        </a:defRPr>
      </a:lvl1pPr>
      <a:lvl2pPr marL="6858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600" b="0" i="0" u="none" strike="noStrike" kern="1200" cap="none" spc="150" normalizeH="0" baseline="0">
          <a:solidFill>
            <a:schemeClr val="tx1">
              <a:lumMod val="65000"/>
              <a:lumOff val="35000"/>
            </a:schemeClr>
          </a:solidFill>
          <a:uFillTx/>
          <a:latin typeface="+mn-ea"/>
          <a:ea typeface="+mn-ea"/>
          <a:cs typeface="MiSans Normal" charset="-122"/>
          <a:sym typeface="+mn-ea"/>
        </a:defRPr>
      </a:lvl2pPr>
      <a:lvl3pPr marL="11430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600" b="0" i="0" u="none" strike="noStrike" kern="1200" cap="none" spc="150" normalizeH="0" baseline="0">
          <a:solidFill>
            <a:schemeClr val="tx1">
              <a:lumMod val="65000"/>
              <a:lumOff val="35000"/>
            </a:schemeClr>
          </a:solidFill>
          <a:uFillTx/>
          <a:latin typeface="+mn-ea"/>
          <a:ea typeface="+mn-ea"/>
          <a:cs typeface="MiSans Normal" charset="-122"/>
          <a:sym typeface="+mn-ea"/>
        </a:defRPr>
      </a:lvl3pPr>
      <a:lvl4pPr marL="16002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400" b="0" i="0" u="none" strike="noStrike" kern="1200" cap="none" spc="150" normalizeH="0" baseline="0">
          <a:solidFill>
            <a:schemeClr val="tx1">
              <a:lumMod val="65000"/>
              <a:lumOff val="35000"/>
            </a:schemeClr>
          </a:solidFill>
          <a:uFillTx/>
          <a:latin typeface="+mn-ea"/>
          <a:ea typeface="+mn-ea"/>
          <a:cs typeface="MiSans Normal" charset="-122"/>
          <a:sym typeface="+mn-ea"/>
        </a:defRPr>
      </a:lvl4pPr>
      <a:lvl5pPr marL="20574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400" b="0" i="0" u="none" strike="noStrike" kern="1200" cap="none" spc="150" normalizeH="0" baseline="0">
          <a:solidFill>
            <a:schemeClr val="tx1">
              <a:lumMod val="65000"/>
              <a:lumOff val="35000"/>
            </a:schemeClr>
          </a:solidFill>
          <a:uFillTx/>
          <a:latin typeface="+mn-ea"/>
          <a:ea typeface="+mn-ea"/>
          <a:cs typeface="MiSans Normal" charset="-122"/>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1" name="任意多边形: 形状 37"/>
          <p:cNvSpPr/>
          <p:nvPr>
            <p:custDataLst>
              <p:tags r:id="rId13"/>
            </p:custDataLst>
          </p:nvPr>
        </p:nvSpPr>
        <p:spPr>
          <a:xfrm flipV="1">
            <a:off x="5674360" y="1905"/>
            <a:ext cx="6517640" cy="6856095"/>
          </a:xfrm>
          <a:custGeom>
            <a:avLst/>
            <a:gdLst>
              <a:gd name="connsiteX0" fmla="*/ 11073245 w 11073245"/>
              <a:gd name="connsiteY0" fmla="*/ 7199311 h 7199311"/>
              <a:gd name="connsiteX1" fmla="*/ 0 w 11073245"/>
              <a:gd name="connsiteY1" fmla="*/ 7199311 h 7199311"/>
              <a:gd name="connsiteX2" fmla="*/ 0 w 11073245"/>
              <a:gd name="connsiteY2" fmla="*/ 0 h 7199311"/>
              <a:gd name="connsiteX3" fmla="*/ 11073245 w 11073245"/>
              <a:gd name="connsiteY3" fmla="*/ 0 h 7199311"/>
            </a:gdLst>
            <a:ahLst/>
            <a:cxnLst>
              <a:cxn ang="0">
                <a:pos x="connsiteX0" y="connsiteY0"/>
              </a:cxn>
              <a:cxn ang="0">
                <a:pos x="connsiteX1" y="connsiteY1"/>
              </a:cxn>
              <a:cxn ang="0">
                <a:pos x="connsiteX2" y="connsiteY2"/>
              </a:cxn>
              <a:cxn ang="0">
                <a:pos x="connsiteX3" y="connsiteY3"/>
              </a:cxn>
            </a:cxnLst>
            <a:rect l="l" t="t" r="r" b="b"/>
            <a:pathLst>
              <a:path w="11073245" h="7199311">
                <a:moveTo>
                  <a:pt x="11073245" y="7199311"/>
                </a:moveTo>
                <a:lnTo>
                  <a:pt x="0" y="7199311"/>
                </a:lnTo>
                <a:lnTo>
                  <a:pt x="0" y="0"/>
                </a:lnTo>
                <a:lnTo>
                  <a:pt x="11073245" y="0"/>
                </a:lnTo>
                <a:close/>
              </a:path>
            </a:pathLst>
          </a:custGeom>
          <a:gradFill flip="none" rotWithShape="1">
            <a:gsLst>
              <a:gs pos="0">
                <a:schemeClr val="accent1">
                  <a:lumMod val="75000"/>
                  <a:alpha val="13000"/>
                </a:schemeClr>
              </a:gs>
              <a:gs pos="47000">
                <a:schemeClr val="accent1">
                  <a:alpha val="0"/>
                </a:schemeClr>
              </a:gs>
            </a:gsLst>
            <a:path path="circle">
              <a:fillToRect l="100000" b="100000"/>
            </a:path>
            <a:tileRect t="-100000" r="-100000"/>
          </a:gradFill>
          <a:ln w="12700" cap="flat" cmpd="sng" algn="ctr">
            <a:noFill/>
            <a:prstDash val="solid"/>
            <a:miter lim="800000"/>
          </a:ln>
          <a:effectLst/>
        </p:spPr>
        <p:style>
          <a:lnRef idx="2">
            <a:srgbClr val="0099FF">
              <a:shade val="50000"/>
            </a:srgbClr>
          </a:lnRef>
          <a:fillRef idx="1">
            <a:srgbClr val="0099FF"/>
          </a:fillRef>
          <a:effectRef idx="0">
            <a:srgbClr val="0099FF"/>
          </a:effectRef>
          <a:fontRef idx="minor">
            <a:sysClr val="window" lastClr="FFFFFF"/>
          </a:fontRef>
        </p:style>
        <p:txBody>
          <a:bodyPr wrap="square" rtlCol="0" anchor="ctr">
            <a:noAutofit/>
          </a:bodyPr>
          <a:lstStyle/>
          <a:p>
            <a:pPr algn="ctr"/>
            <a:endParaRPr lang="zh-CN" altLang="en-US"/>
          </a:p>
        </p:txBody>
      </p:sp>
      <p:sp>
        <p:nvSpPr>
          <p:cNvPr id="9" name="日期占位符 8"/>
          <p:cNvSpPr>
            <a:spLocks noGrp="1"/>
          </p:cNvSpPr>
          <p:nvPr>
            <p:ph type="dt" sz="half" idx="10"/>
            <p:custDataLst>
              <p:tags r:id="rId14"/>
            </p:custDataLst>
          </p:nvPr>
        </p:nvSpPr>
        <p:spPr>
          <a:xfrm>
            <a:off x="695960" y="6356350"/>
            <a:ext cx="2743200" cy="365125"/>
          </a:xfrm>
        </p:spPr>
        <p:txBody>
          <a:bodyPr/>
          <a:lstStyle/>
          <a:p>
            <a:fld id="{AFF1154F-E427-4513-B34B-94E36374A1AB}" type="datetimeFigureOut">
              <a:rPr lang="zh-CN" altLang="en-US" smtClean="0"/>
            </a:fld>
            <a:endParaRPr lang="zh-CN" altLang="en-US"/>
          </a:p>
        </p:txBody>
      </p:sp>
      <p:sp>
        <p:nvSpPr>
          <p:cNvPr id="12" name="页脚占位符 11"/>
          <p:cNvSpPr>
            <a:spLocks noGrp="1"/>
          </p:cNvSpPr>
          <p:nvPr>
            <p:ph type="ftr" sz="quarter" idx="11"/>
            <p:custDataLst>
              <p:tags r:id="rId15"/>
            </p:custDataLst>
          </p:nvPr>
        </p:nvSpPr>
        <p:spPr>
          <a:xfrm>
            <a:off x="4038600" y="6356350"/>
            <a:ext cx="4114800" cy="365125"/>
          </a:xfrm>
        </p:spPr>
        <p:txBody>
          <a:bodyPr/>
          <a:lstStyle/>
          <a:p>
            <a:endParaRPr lang="zh-CN" altLang="en-US"/>
          </a:p>
        </p:txBody>
      </p:sp>
      <p:sp>
        <p:nvSpPr>
          <p:cNvPr id="13" name="灯片编号占位符 12"/>
          <p:cNvSpPr>
            <a:spLocks noGrp="1"/>
          </p:cNvSpPr>
          <p:nvPr>
            <p:ph type="sldNum" sz="quarter" idx="12"/>
            <p:custDataLst>
              <p:tags r:id="rId16"/>
            </p:custDataLst>
          </p:nvPr>
        </p:nvSpPr>
        <p:spPr>
          <a:xfrm>
            <a:off x="8753983" y="6356350"/>
            <a:ext cx="2743200" cy="365125"/>
          </a:xfrm>
        </p:spPr>
        <p:txBody>
          <a:bodyPr/>
          <a:lstStyle/>
          <a:p>
            <a:fld id="{CFDA0808-8B01-405B-8ED6-12013DCE0AF6}" type="slidenum">
              <a:rPr lang="zh-CN" altLang="en-US" smtClean="0"/>
            </a:fld>
            <a:endParaRPr lang="zh-CN" altLang="en-US"/>
          </a:p>
        </p:txBody>
      </p:sp>
      <p:sp>
        <p:nvSpPr>
          <p:cNvPr id="4" name="文本占位符 3"/>
          <p:cNvSpPr>
            <a:spLocks noGrp="1"/>
          </p:cNvSpPr>
          <p:nvPr>
            <p:ph type="body" idx="1"/>
            <p:custDataLst>
              <p:tags r:id="rId17"/>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rgbClr val="548235"/>
              </a:buClr>
              <a:buSzTx/>
              <a:buChar char="●"/>
            </a:pPr>
            <a:r>
              <a:rPr lang="zh-CN" altLang="en-US"/>
              <a:t>单击此处编辑母版文本样式</a:t>
            </a:r>
            <a:endParaRPr lang="zh-CN" altLang="en-US"/>
          </a:p>
          <a:p>
            <a:pPr lvl="1">
              <a:buChar char="●"/>
              <a:tabLst>
                <a:tab pos="1609725" algn="l"/>
              </a:tabLst>
            </a:pPr>
            <a:r>
              <a:rPr lang="zh-CN" altLang="en-US"/>
              <a:t>二级</a:t>
            </a:r>
            <a:endParaRPr lang="zh-CN" altLang="en-US"/>
          </a:p>
          <a:p>
            <a:pPr lvl="2">
              <a:buChar char="●"/>
            </a:pPr>
            <a:r>
              <a:rPr lang="zh-CN" altLang="en-US"/>
              <a:t>三级</a:t>
            </a:r>
            <a:endParaRPr lang="zh-CN" altLang="en-US"/>
          </a:p>
          <a:p>
            <a:pPr lvl="3">
              <a:buFont typeface="Wingdings" panose="05000000000000000000" charset="0"/>
              <a:buChar char=""/>
            </a:pPr>
            <a:r>
              <a:rPr lang="zh-CN" altLang="en-US"/>
              <a:t>四级</a:t>
            </a:r>
            <a:endParaRPr lang="zh-CN" altLang="en-US"/>
          </a:p>
          <a:p>
            <a:pPr lvl="4"/>
            <a:r>
              <a:rPr lang="zh-CN" altLang="en-US"/>
              <a:t>五级</a:t>
            </a:r>
            <a:endParaRPr lang="zh-CN" altLang="en-US"/>
          </a:p>
        </p:txBody>
      </p:sp>
      <p:sp>
        <p:nvSpPr>
          <p:cNvPr id="2" name="标题占位符 1"/>
          <p:cNvSpPr>
            <a:spLocks noGrp="1"/>
          </p:cNvSpPr>
          <p:nvPr>
            <p:ph type="title"/>
            <p:custDataLst>
              <p:tags r:id="rId18"/>
            </p:custDataLst>
          </p:nvPr>
        </p:nvSpPr>
        <p:spPr>
          <a:xfrm>
            <a:off x="695960" y="360000"/>
            <a:ext cx="10800000" cy="720000"/>
          </a:xfrm>
          <a:prstGeom prst="rect">
            <a:avLst/>
          </a:prstGeom>
          <a:noFill/>
          <a:ln>
            <a:noFill/>
            <a:prstDash val="sysDash"/>
          </a:ln>
        </p:spPr>
        <p:txBody>
          <a:bodyPr vert="horz" wrap="square" lIns="91440" tIns="45720" rIns="91440" bIns="45720" rtlCol="0" anchor="b" anchorCtr="0">
            <a:normAutofit/>
          </a:bodyPr>
          <a:lstStyle/>
          <a:p>
            <a:pPr marL="0" marR="0" lvl="0" fontAlgn="auto">
              <a:lnSpc>
                <a:spcPct val="100000"/>
              </a:lnSpc>
              <a:buClrTx/>
              <a:buSzTx/>
              <a:buFontTx/>
            </a:pPr>
            <a:r>
              <a:rPr lang="zh-CN" altLang="en-US" dirty="0"/>
              <a:t>单击此处编辑母版标题样式</a:t>
            </a:r>
            <a:endParaRPr lang="zh-CN" altLang="en-US" dirty="0"/>
          </a:p>
        </p:txBody>
      </p:sp>
      <p:sp>
        <p:nvSpPr>
          <p:cNvPr id="3" name="KSO_TEMPLATE" hidden="1"/>
          <p:cNvSpPr/>
          <p:nvPr userDrawn="1">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l" defTabSz="914400" rtl="0" eaLnBrk="1" latinLnBrk="0" hangingPunct="1">
        <a:lnSpc>
          <a:spcPct val="9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latin typeface="+mj-ea"/>
          <a:ea typeface="+mj-ea"/>
          <a:cs typeface="MiSans Normal"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a:ln>
            <a:noFill/>
            <a:prstDash val="sysDot"/>
          </a:ln>
          <a:solidFill>
            <a:schemeClr val="tx1">
              <a:lumMod val="75000"/>
              <a:lumOff val="25000"/>
            </a:schemeClr>
          </a:solidFill>
          <a:uFillTx/>
          <a:latin typeface="+mn-ea"/>
          <a:ea typeface="+mn-ea"/>
          <a:cs typeface="MiSans Normal" charset="-122"/>
        </a:defRPr>
      </a:lvl1pPr>
      <a:lvl2pPr marL="6858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600" b="0" i="0" u="none" strike="noStrike" kern="1200" cap="none" spc="150" normalizeH="0" baseline="0">
          <a:solidFill>
            <a:schemeClr val="tx1">
              <a:lumMod val="65000"/>
              <a:lumOff val="35000"/>
            </a:schemeClr>
          </a:solidFill>
          <a:uFillTx/>
          <a:latin typeface="+mn-ea"/>
          <a:ea typeface="+mn-ea"/>
          <a:cs typeface="MiSans Normal" charset="-122"/>
          <a:sym typeface="+mn-ea"/>
        </a:defRPr>
      </a:lvl2pPr>
      <a:lvl3pPr marL="11430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600" b="0" i="0" u="none" strike="noStrike" kern="1200" cap="none" spc="150" normalizeH="0" baseline="0">
          <a:solidFill>
            <a:schemeClr val="tx1">
              <a:lumMod val="65000"/>
              <a:lumOff val="35000"/>
            </a:schemeClr>
          </a:solidFill>
          <a:uFillTx/>
          <a:latin typeface="+mn-ea"/>
          <a:ea typeface="+mn-ea"/>
          <a:cs typeface="MiSans Normal" charset="-122"/>
          <a:sym typeface="+mn-ea"/>
        </a:defRPr>
      </a:lvl3pPr>
      <a:lvl4pPr marL="16002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400" b="0" i="0" u="none" strike="noStrike" kern="1200" cap="none" spc="150" normalizeH="0" baseline="0">
          <a:solidFill>
            <a:schemeClr val="tx1">
              <a:lumMod val="65000"/>
              <a:lumOff val="35000"/>
            </a:schemeClr>
          </a:solidFill>
          <a:uFillTx/>
          <a:latin typeface="+mn-ea"/>
          <a:ea typeface="+mn-ea"/>
          <a:cs typeface="MiSans Normal" charset="-122"/>
          <a:sym typeface="+mn-ea"/>
        </a:defRPr>
      </a:lvl4pPr>
      <a:lvl5pPr marL="2057400" marR="0" indent="-228600" algn="l" defTabSz="914400" rtl="0" eaLnBrk="1" fontAlgn="auto" latinLnBrk="0" hangingPunct="1">
        <a:lnSpc>
          <a:spcPct val="120000"/>
        </a:lnSpc>
        <a:spcBef>
          <a:spcPts val="1200"/>
        </a:spcBef>
        <a:spcAft>
          <a:spcPts val="0"/>
        </a:spcAft>
        <a:buClr>
          <a:srgbClr val="548235"/>
        </a:buClr>
        <a:buFont typeface="Arial" panose="020B0604020202020204" pitchFamily="34" charset="0"/>
        <a:buChar char="•"/>
        <a:defRPr kumimoji="0" lang="zh-CN" altLang="en-US" sz="1400" b="0" i="0" u="none" strike="noStrike" kern="1200" cap="none" spc="150" normalizeH="0" baseline="0">
          <a:solidFill>
            <a:schemeClr val="tx1">
              <a:lumMod val="65000"/>
              <a:lumOff val="35000"/>
            </a:schemeClr>
          </a:solidFill>
          <a:uFillTx/>
          <a:latin typeface="+mn-ea"/>
          <a:ea typeface="+mn-ea"/>
          <a:cs typeface="MiSans Normal" charset="-122"/>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2.xml"/><Relationship Id="rId4" Type="http://schemas.openxmlformats.org/officeDocument/2006/relationships/tags" Target="../tags/tag228.xml"/><Relationship Id="rId3" Type="http://schemas.openxmlformats.org/officeDocument/2006/relationships/image" Target="../media/image10.png"/><Relationship Id="rId2" Type="http://schemas.openxmlformats.org/officeDocument/2006/relationships/tags" Target="../tags/tag227.xml"/><Relationship Id="rId1" Type="http://schemas.openxmlformats.org/officeDocument/2006/relationships/tags" Target="../tags/tag226.xml"/></Relationships>
</file>

<file path=ppt/slides/_rels/slide2.xml.rels><?xml version="1.0" encoding="UTF-8" standalone="yes"?>
<Relationships xmlns="http://schemas.openxmlformats.org/package/2006/relationships"><Relationship Id="rId9" Type="http://schemas.openxmlformats.org/officeDocument/2006/relationships/tags" Target="../tags/tag237.xml"/><Relationship Id="rId8" Type="http://schemas.openxmlformats.org/officeDocument/2006/relationships/tags" Target="../tags/tag236.xml"/><Relationship Id="rId7" Type="http://schemas.openxmlformats.org/officeDocument/2006/relationships/tags" Target="../tags/tag235.xml"/><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4" Type="http://schemas.openxmlformats.org/officeDocument/2006/relationships/notesSlide" Target="../notesSlides/notesSlide2.xml"/><Relationship Id="rId13" Type="http://schemas.openxmlformats.org/officeDocument/2006/relationships/slideLayout" Target="../slideLayouts/slideLayout14.xml"/><Relationship Id="rId12" Type="http://schemas.openxmlformats.org/officeDocument/2006/relationships/tags" Target="../tags/tag239.xml"/><Relationship Id="rId11" Type="http://schemas.openxmlformats.org/officeDocument/2006/relationships/image" Target="../media/image10.png"/><Relationship Id="rId10" Type="http://schemas.openxmlformats.org/officeDocument/2006/relationships/tags" Target="../tags/tag238.xml"/><Relationship Id="rId1" Type="http://schemas.openxmlformats.org/officeDocument/2006/relationships/tags" Target="../tags/tag229.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5.xml"/><Relationship Id="rId4" Type="http://schemas.openxmlformats.org/officeDocument/2006/relationships/tags" Target="../tags/tag242.xml"/><Relationship Id="rId3" Type="http://schemas.openxmlformats.org/officeDocument/2006/relationships/image" Target="../media/image10.png"/><Relationship Id="rId2" Type="http://schemas.openxmlformats.org/officeDocument/2006/relationships/tags" Target="../tags/tag241.xml"/><Relationship Id="rId1" Type="http://schemas.openxmlformats.org/officeDocument/2006/relationships/tags" Target="../tags/tag240.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43.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244.xml"/><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7.xml"/><Relationship Id="rId4" Type="http://schemas.openxmlformats.org/officeDocument/2006/relationships/tags" Target="../tags/tag247.xml"/><Relationship Id="rId3" Type="http://schemas.openxmlformats.org/officeDocument/2006/relationships/image" Target="../media/image10.png"/><Relationship Id="rId2" Type="http://schemas.openxmlformats.org/officeDocument/2006/relationships/tags" Target="../tags/tag246.xml"/><Relationship Id="rId1" Type="http://schemas.openxmlformats.org/officeDocument/2006/relationships/tags" Target="../tags/tag24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248.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249.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250.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251.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5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3.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4.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5.xml"/><Relationship Id="rId2" Type="http://schemas.openxmlformats.org/officeDocument/2006/relationships/image" Target="../media/image12.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256.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7.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8.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39.xml"/><Relationship Id="rId4" Type="http://schemas.openxmlformats.org/officeDocument/2006/relationships/tags" Target="../tags/tag261.xml"/><Relationship Id="rId3" Type="http://schemas.openxmlformats.org/officeDocument/2006/relationships/image" Target="../media/image10.png"/><Relationship Id="rId2" Type="http://schemas.openxmlformats.org/officeDocument/2006/relationships/tags" Target="../tags/tag260.xml"/><Relationship Id="rId1" Type="http://schemas.openxmlformats.org/officeDocument/2006/relationships/tags" Target="../tags/tag259.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62.xml"/><Relationship Id="rId2" Type="http://schemas.openxmlformats.org/officeDocument/2006/relationships/image" Target="../media/image13.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63.xml"/><Relationship Id="rId2" Type="http://schemas.openxmlformats.org/officeDocument/2006/relationships/image" Target="../media/image14.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4.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5.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6.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5"/>
            <p:custDataLst>
              <p:tags r:id="rId1"/>
            </p:custDataLst>
          </p:nvPr>
        </p:nvSpPr>
        <p:spPr>
          <a:xfrm>
            <a:off x="1027113" y="1970088"/>
            <a:ext cx="10137775" cy="1458595"/>
          </a:xfrm>
        </p:spPr>
        <p:txBody>
          <a:bodyPr>
            <a:normAutofit/>
          </a:bodyPr>
          <a:lstStyle/>
          <a:p>
            <a:pPr algn="ctr"/>
            <a:r>
              <a:rPr sz="5335">
                <a:ea typeface="宋体" panose="02010600030101010101" pitchFamily="2" charset="-122"/>
              </a:rPr>
              <a:t>携程旅行网可用性评估</a:t>
            </a:r>
            <a:endParaRPr lang="en-US" altLang="zh-CN" sz="5335">
              <a:ea typeface="宋体" panose="02010600030101010101" pitchFamily="2" charset="-122"/>
            </a:endParaRPr>
          </a:p>
        </p:txBody>
      </p:sp>
      <p:sp>
        <p:nvSpPr>
          <p:cNvPr id="4" name="文本占位符 3"/>
          <p:cNvSpPr>
            <a:spLocks noGrp="1"/>
          </p:cNvSpPr>
          <p:nvPr>
            <p:ph type="body" idx="2"/>
            <p:custDataLst>
              <p:tags r:id="rId2"/>
            </p:custDataLst>
          </p:nvPr>
        </p:nvSpPr>
        <p:spPr>
          <a:xfrm>
            <a:off x="475615" y="5625465"/>
            <a:ext cx="10390505" cy="699770"/>
          </a:xfrm>
        </p:spPr>
        <p:txBody>
          <a:bodyPr>
            <a:noAutofit/>
          </a:bodyPr>
          <a:lstStyle/>
          <a:p>
            <a:r>
              <a:rPr>
                <a:ea typeface="宋体" panose="02010600030101010101" pitchFamily="2" charset="-122"/>
              </a:rPr>
              <a:t>组内成员：</a:t>
            </a:r>
            <a:r>
              <a:rPr lang="en-US" altLang="zh-CN">
                <a:ea typeface="宋体" panose="02010600030101010101" pitchFamily="2" charset="-122"/>
              </a:rPr>
              <a:t>2251534 </a:t>
            </a:r>
            <a:r>
              <a:rPr>
                <a:ea typeface="宋体" panose="02010600030101010101" pitchFamily="2" charset="-122"/>
              </a:rPr>
              <a:t>李紫浩</a:t>
            </a:r>
            <a:r>
              <a:rPr lang="en-US" altLang="zh-CN">
                <a:ea typeface="宋体" panose="02010600030101010101" pitchFamily="2" charset="-122"/>
              </a:rPr>
              <a:t> 2251531 </a:t>
            </a:r>
            <a:r>
              <a:rPr>
                <a:ea typeface="宋体" panose="02010600030101010101" pitchFamily="2" charset="-122"/>
              </a:rPr>
              <a:t>段培煜</a:t>
            </a:r>
            <a:r>
              <a:rPr lang="en-US" altLang="zh-CN">
                <a:ea typeface="宋体" panose="02010600030101010101" pitchFamily="2" charset="-122"/>
              </a:rPr>
              <a:t> 2251646 </a:t>
            </a:r>
            <a:r>
              <a:rPr>
                <a:ea typeface="宋体" panose="02010600030101010101" pitchFamily="2" charset="-122"/>
              </a:rPr>
              <a:t>陈佳浩</a:t>
            </a:r>
            <a:r>
              <a:rPr lang="en-US" altLang="zh-CN">
                <a:ea typeface="宋体" panose="02010600030101010101" pitchFamily="2" charset="-122"/>
              </a:rPr>
              <a:t> 2252709 </a:t>
            </a:r>
            <a:r>
              <a:rPr>
                <a:ea typeface="宋体" panose="02010600030101010101" pitchFamily="2" charset="-122"/>
              </a:rPr>
              <a:t>杨烜赫</a:t>
            </a:r>
            <a:endParaRPr>
              <a:ea typeface="宋体" panose="02010600030101010101" pitchFamily="2" charset="-122"/>
            </a:endParaRPr>
          </a:p>
        </p:txBody>
      </p:sp>
      <p:pic>
        <p:nvPicPr>
          <p:cNvPr id="2" name="图片 1" descr="同济大学-logo-512px"/>
          <p:cNvPicPr>
            <a:picLocks noChangeAspect="1"/>
          </p:cNvPicPr>
          <p:nvPr/>
        </p:nvPicPr>
        <p:blipFill>
          <a:blip r:embed="rId3"/>
          <a:stretch>
            <a:fillRect/>
          </a:stretch>
        </p:blipFill>
        <p:spPr>
          <a:xfrm>
            <a:off x="10607040" y="267970"/>
            <a:ext cx="965200" cy="965200"/>
          </a:xfrm>
          <a:prstGeom prst="rect">
            <a:avLst/>
          </a:prstGeom>
        </p:spPr>
      </p:pic>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idx="1"/>
            <p:custDataLst>
              <p:tags r:id="rId1"/>
            </p:custDataLst>
          </p:nvPr>
        </p:nvSpPr>
        <p:spPr/>
        <p:txBody>
          <a:bodyPr>
            <a:normAutofit/>
          </a:bodyPr>
          <a:lstStyle/>
          <a:p>
            <a:r>
              <a:rPr lang="zh-CN" altLang="en-US"/>
              <a:t>CONTENT</a:t>
            </a:r>
            <a:endParaRPr lang="zh-CN" altLang="en-US"/>
          </a:p>
        </p:txBody>
      </p:sp>
      <p:sp>
        <p:nvSpPr>
          <p:cNvPr id="8" name="序号"/>
          <p:cNvSpPr txBox="1"/>
          <p:nvPr>
            <p:custDataLst>
              <p:tags r:id="rId2"/>
            </p:custDataLst>
          </p:nvPr>
        </p:nvSpPr>
        <p:spPr>
          <a:xfrm>
            <a:off x="1972567" y="2831707"/>
            <a:ext cx="1941124" cy="694091"/>
          </a:xfrm>
          <a:prstGeom prst="rect">
            <a:avLst/>
          </a:prstGeom>
          <a:noFill/>
        </p:spPr>
        <p:txBody>
          <a:bodyPr wrap="square" lIns="0" tIns="0" rIns="0" bIns="0" rtlCol="0" anchor="ctr">
            <a:normAutofit/>
          </a:bodyPr>
          <a:lstStyle/>
          <a:p>
            <a:pPr lvl="0" algn="l">
              <a:buClrTx/>
              <a:buSzTx/>
              <a:buFontTx/>
            </a:pPr>
            <a:r>
              <a:rPr lang="en-US" sz="3600" dirty="0">
                <a:latin typeface="+mj-ea"/>
                <a:ea typeface="+mj-ea"/>
                <a:cs typeface="MiSans Normal" charset="-122"/>
                <a:sym typeface="+mn-ea"/>
              </a:rPr>
              <a:t>01</a:t>
            </a:r>
            <a:endParaRPr lang="en-US" sz="3600" dirty="0">
              <a:latin typeface="+mj-ea"/>
              <a:ea typeface="+mj-ea"/>
              <a:cs typeface="MiSans Normal" charset="-122"/>
              <a:sym typeface="+mn-ea"/>
            </a:endParaRPr>
          </a:p>
        </p:txBody>
      </p:sp>
      <p:sp>
        <p:nvSpPr>
          <p:cNvPr id="10" name="标题"/>
          <p:cNvSpPr txBox="1"/>
          <p:nvPr>
            <p:custDataLst>
              <p:tags r:id="rId3"/>
            </p:custDataLst>
          </p:nvPr>
        </p:nvSpPr>
        <p:spPr>
          <a:xfrm>
            <a:off x="2040552" y="3701911"/>
            <a:ext cx="1626452" cy="1727458"/>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mj-ea"/>
                <a:cs typeface="MiSans Normal" charset="-122"/>
                <a:sym typeface="+mn-ea"/>
              </a:rPr>
              <a:t>所选网站及用例</a:t>
            </a:r>
            <a:endParaRPr lang="zh-CN" altLang="en-US" sz="2000" spc="300" dirty="0">
              <a:solidFill>
                <a:schemeClr val="tx1">
                  <a:lumMod val="85000"/>
                  <a:lumOff val="15000"/>
                </a:schemeClr>
              </a:solidFill>
              <a:latin typeface="+mj-ea"/>
              <a:ea typeface="+mj-ea"/>
              <a:cs typeface="MiSans Normal" charset="-122"/>
              <a:sym typeface="+mn-ea"/>
            </a:endParaRPr>
          </a:p>
        </p:txBody>
      </p:sp>
      <p:sp>
        <p:nvSpPr>
          <p:cNvPr id="7" name="矩形: 圆角 6"/>
          <p:cNvSpPr/>
          <p:nvPr>
            <p:custDataLst>
              <p:tags r:id="rId4"/>
            </p:custDataLst>
          </p:nvPr>
        </p:nvSpPr>
        <p:spPr>
          <a:xfrm>
            <a:off x="1728470" y="2291715"/>
            <a:ext cx="1962491" cy="3316357"/>
          </a:xfrm>
          <a:prstGeom prst="roundRect">
            <a:avLst>
              <a:gd name="adj" fmla="val 7307"/>
            </a:avLst>
          </a:prstGeom>
          <a:noFill/>
          <a:ln>
            <a:solidFill>
              <a:schemeClr val="tx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Normal" charset="-122"/>
              <a:sym typeface="+mn-ea"/>
            </a:endParaRPr>
          </a:p>
        </p:txBody>
      </p:sp>
      <p:sp>
        <p:nvSpPr>
          <p:cNvPr id="19" name="矩形: 圆角 18"/>
          <p:cNvSpPr/>
          <p:nvPr>
            <p:custDataLst>
              <p:tags r:id="rId5"/>
            </p:custDataLst>
          </p:nvPr>
        </p:nvSpPr>
        <p:spPr>
          <a:xfrm>
            <a:off x="5063976" y="2291715"/>
            <a:ext cx="1957311" cy="3316357"/>
          </a:xfrm>
          <a:prstGeom prst="roundRect">
            <a:avLst>
              <a:gd name="adj" fmla="val 7307"/>
            </a:avLst>
          </a:prstGeom>
          <a:noFill/>
          <a:ln>
            <a:solidFill>
              <a:schemeClr val="tx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Normal" charset="-122"/>
              <a:sym typeface="+mn-ea"/>
            </a:endParaRPr>
          </a:p>
        </p:txBody>
      </p:sp>
      <p:sp>
        <p:nvSpPr>
          <p:cNvPr id="24" name="矩形: 圆角 23"/>
          <p:cNvSpPr/>
          <p:nvPr>
            <p:custDataLst>
              <p:tags r:id="rId6"/>
            </p:custDataLst>
          </p:nvPr>
        </p:nvSpPr>
        <p:spPr>
          <a:xfrm>
            <a:off x="8374704" y="2291715"/>
            <a:ext cx="1978030" cy="3317004"/>
          </a:xfrm>
          <a:prstGeom prst="roundRect">
            <a:avLst>
              <a:gd name="adj" fmla="val 7307"/>
            </a:avLst>
          </a:prstGeom>
          <a:noFill/>
          <a:ln>
            <a:solidFill>
              <a:schemeClr val="tx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Normal" charset="-122"/>
              <a:sym typeface="+mn-ea"/>
            </a:endParaRPr>
          </a:p>
        </p:txBody>
      </p:sp>
      <p:sp>
        <p:nvSpPr>
          <p:cNvPr id="6" name="序号"/>
          <p:cNvSpPr txBox="1"/>
          <p:nvPr>
            <p:custDataLst>
              <p:tags r:id="rId7"/>
            </p:custDataLst>
          </p:nvPr>
        </p:nvSpPr>
        <p:spPr>
          <a:xfrm>
            <a:off x="5299008" y="2831707"/>
            <a:ext cx="1941124" cy="694091"/>
          </a:xfrm>
          <a:prstGeom prst="rect">
            <a:avLst/>
          </a:prstGeom>
          <a:noFill/>
        </p:spPr>
        <p:txBody>
          <a:bodyPr wrap="square" lIns="0" tIns="0" rIns="0" bIns="0" rtlCol="0" anchor="ctr">
            <a:normAutofit/>
          </a:bodyPr>
          <a:lstStyle/>
          <a:p>
            <a:pPr lvl="0" algn="l">
              <a:buClrTx/>
              <a:buSzTx/>
              <a:buFontTx/>
            </a:pPr>
            <a:r>
              <a:rPr lang="en-US" sz="3600" dirty="0">
                <a:latin typeface="+mj-ea"/>
                <a:ea typeface="+mj-ea"/>
                <a:cs typeface="MiSans Normal" charset="-122"/>
                <a:sym typeface="+mn-ea"/>
              </a:rPr>
              <a:t>02</a:t>
            </a:r>
            <a:endParaRPr lang="en-US" sz="3600" dirty="0">
              <a:latin typeface="+mj-ea"/>
              <a:ea typeface="+mj-ea"/>
              <a:cs typeface="MiSans Normal" charset="-122"/>
              <a:sym typeface="+mn-ea"/>
            </a:endParaRPr>
          </a:p>
        </p:txBody>
      </p:sp>
      <p:sp>
        <p:nvSpPr>
          <p:cNvPr id="9" name="标题"/>
          <p:cNvSpPr txBox="1"/>
          <p:nvPr>
            <p:custDataLst>
              <p:tags r:id="rId8"/>
            </p:custDataLst>
          </p:nvPr>
        </p:nvSpPr>
        <p:spPr>
          <a:xfrm>
            <a:off x="5366993" y="3701911"/>
            <a:ext cx="1626452" cy="1727458"/>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mj-ea"/>
                <a:cs typeface="MiSans Normal" charset="-122"/>
                <a:sym typeface="+mn-ea"/>
              </a:rPr>
              <a:t>评估计划</a:t>
            </a:r>
            <a:endParaRPr lang="zh-CN" altLang="en-US" sz="2000" spc="300" dirty="0">
              <a:solidFill>
                <a:schemeClr val="tx1">
                  <a:lumMod val="85000"/>
                  <a:lumOff val="15000"/>
                </a:schemeClr>
              </a:solidFill>
              <a:latin typeface="+mj-ea"/>
              <a:ea typeface="+mj-ea"/>
              <a:cs typeface="MiSans Normal" charset="-122"/>
              <a:sym typeface="+mn-ea"/>
            </a:endParaRPr>
          </a:p>
        </p:txBody>
      </p:sp>
      <p:sp>
        <p:nvSpPr>
          <p:cNvPr id="12" name="序号"/>
          <p:cNvSpPr txBox="1"/>
          <p:nvPr>
            <p:custDataLst>
              <p:tags r:id="rId9"/>
            </p:custDataLst>
          </p:nvPr>
        </p:nvSpPr>
        <p:spPr>
          <a:xfrm>
            <a:off x="8601319" y="2831707"/>
            <a:ext cx="1941124" cy="694091"/>
          </a:xfrm>
          <a:prstGeom prst="rect">
            <a:avLst/>
          </a:prstGeom>
          <a:noFill/>
        </p:spPr>
        <p:txBody>
          <a:bodyPr wrap="square" lIns="0" tIns="0" rIns="0" bIns="0" rtlCol="0" anchor="ctr">
            <a:normAutofit/>
          </a:bodyPr>
          <a:lstStyle/>
          <a:p>
            <a:pPr lvl="0" algn="l">
              <a:buClrTx/>
              <a:buSzTx/>
              <a:buFontTx/>
            </a:pPr>
            <a:r>
              <a:rPr lang="en-US" sz="3600" dirty="0">
                <a:latin typeface="+mj-ea"/>
                <a:ea typeface="+mj-ea"/>
                <a:cs typeface="MiSans Normal" charset="-122"/>
                <a:sym typeface="+mn-ea"/>
              </a:rPr>
              <a:t>03</a:t>
            </a:r>
            <a:endParaRPr lang="en-US" sz="3600" dirty="0">
              <a:latin typeface="+mj-ea"/>
              <a:ea typeface="+mj-ea"/>
              <a:cs typeface="MiSans Normal" charset="-122"/>
              <a:sym typeface="+mn-ea"/>
            </a:endParaRPr>
          </a:p>
        </p:txBody>
      </p:sp>
      <p:sp>
        <p:nvSpPr>
          <p:cNvPr id="17" name="标题"/>
          <p:cNvSpPr txBox="1"/>
          <p:nvPr>
            <p:custDataLst>
              <p:tags r:id="rId10"/>
            </p:custDataLst>
          </p:nvPr>
        </p:nvSpPr>
        <p:spPr>
          <a:xfrm>
            <a:off x="8669304" y="3701911"/>
            <a:ext cx="1626452" cy="1727458"/>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宋体" panose="02010600030101010101" pitchFamily="2" charset="-122"/>
                <a:cs typeface="MiSans Normal" charset="-122"/>
                <a:sym typeface="+mn-ea"/>
              </a:rPr>
              <a:t>结果报告</a:t>
            </a:r>
            <a:endParaRPr lang="zh-CN" altLang="en-US" sz="2000" spc="300" dirty="0">
              <a:solidFill>
                <a:schemeClr val="tx1">
                  <a:lumMod val="85000"/>
                  <a:lumOff val="15000"/>
                </a:schemeClr>
              </a:solidFill>
              <a:latin typeface="+mj-ea"/>
              <a:ea typeface="宋体" panose="02010600030101010101" pitchFamily="2" charset="-122"/>
              <a:cs typeface="MiSans Normal" charset="-122"/>
              <a:sym typeface="+mn-ea"/>
            </a:endParaRPr>
          </a:p>
        </p:txBody>
      </p:sp>
      <p:pic>
        <p:nvPicPr>
          <p:cNvPr id="2" name="图片 1" descr="同济大学-logo-512px"/>
          <p:cNvPicPr>
            <a:picLocks noChangeAspect="1"/>
          </p:cNvPicPr>
          <p:nvPr/>
        </p:nvPicPr>
        <p:blipFill>
          <a:blip r:embed="rId11"/>
          <a:stretch>
            <a:fillRect/>
          </a:stretch>
        </p:blipFill>
        <p:spPr>
          <a:xfrm>
            <a:off x="10607040" y="267970"/>
            <a:ext cx="965200" cy="965200"/>
          </a:xfrm>
          <a:prstGeom prst="rect">
            <a:avLst/>
          </a:prstGeom>
        </p:spPr>
      </p:pic>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custDataLst>
              <p:tags r:id="rId1"/>
            </p:custDataLst>
          </p:nvPr>
        </p:nvSpPr>
        <p:spPr/>
        <p:txBody>
          <a:bodyPr/>
          <a:lstStyle/>
          <a:p>
            <a:r>
              <a:rPr lang="zh-CN" altLang="en-US"/>
              <a:t>PART-01</a:t>
            </a:r>
            <a:endParaRPr lang="zh-CN" altLang="en-US"/>
          </a:p>
        </p:txBody>
      </p:sp>
      <p:sp>
        <p:nvSpPr>
          <p:cNvPr id="4" name="标题 3"/>
          <p:cNvSpPr>
            <a:spLocks noGrp="1"/>
          </p:cNvSpPr>
          <p:nvPr>
            <p:ph type="title" idx="2"/>
            <p:custDataLst>
              <p:tags r:id="rId2"/>
            </p:custDataLst>
          </p:nvPr>
        </p:nvSpPr>
        <p:spPr>
          <a:xfrm>
            <a:off x="4330700" y="2289810"/>
            <a:ext cx="3862070" cy="2117090"/>
          </a:xfrm>
        </p:spPr>
        <p:txBody>
          <a:bodyPr/>
          <a:lstStyle/>
          <a:p>
            <a:pPr algn="ctr"/>
            <a:r>
              <a:rPr lang="zh-CN" altLang="en-US" sz="4000" dirty="0">
                <a:solidFill>
                  <a:schemeClr val="tx1"/>
                </a:solidFill>
              </a:rPr>
              <a:t>所选网站及用例</a:t>
            </a:r>
            <a:endParaRPr lang="zh-CN" altLang="en-US" sz="4000" dirty="0">
              <a:solidFill>
                <a:schemeClr val="tx1"/>
              </a:solidFill>
            </a:endParaRPr>
          </a:p>
        </p:txBody>
      </p:sp>
      <p:pic>
        <p:nvPicPr>
          <p:cNvPr id="3" name="图片 2" descr="同济大学-logo-512px"/>
          <p:cNvPicPr>
            <a:picLocks noChangeAspect="1"/>
          </p:cNvPicPr>
          <p:nvPr/>
        </p:nvPicPr>
        <p:blipFill>
          <a:blip r:embed="rId3"/>
          <a:stretch>
            <a:fillRect/>
          </a:stretch>
        </p:blipFill>
        <p:spPr>
          <a:xfrm>
            <a:off x="10607040" y="267970"/>
            <a:ext cx="965200" cy="965200"/>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110"/>
          <p:cNvGrpSpPr/>
          <p:nvPr/>
        </p:nvGrpSpPr>
        <p:grpSpPr>
          <a:xfrm>
            <a:off x="2586255" y="594421"/>
            <a:ext cx="7019491" cy="583566"/>
            <a:chOff x="1949785" y="448308"/>
            <a:chExt cx="5265918" cy="437782"/>
          </a:xfrm>
        </p:grpSpPr>
        <p:sp>
          <p:nvSpPr>
            <p:cNvPr id="112" name="文本框 111"/>
            <p:cNvSpPr txBox="1"/>
            <p:nvPr/>
          </p:nvSpPr>
          <p:spPr>
            <a:xfrm>
              <a:off x="3369352" y="448308"/>
              <a:ext cx="242678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网站及用例</a:t>
              </a:r>
              <a:endParaRPr lang="zh-CN" altLang="en-US" sz="3200" dirty="0">
                <a:sym typeface="+mn-lt"/>
              </a:endParaRPr>
            </a:p>
          </p:txBody>
        </p:sp>
        <p:sp>
          <p:nvSpPr>
            <p:cNvPr id="113" name="矩形 112"/>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114" name="矩形 113"/>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pic>
        <p:nvPicPr>
          <p:cNvPr id="5" name="图片 4"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6" name="文本框 5"/>
          <p:cNvSpPr txBox="1"/>
          <p:nvPr/>
        </p:nvSpPr>
        <p:spPr>
          <a:xfrm>
            <a:off x="783773" y="1342581"/>
            <a:ext cx="10134951" cy="3309630"/>
          </a:xfrm>
          <a:prstGeom prst="rect">
            <a:avLst/>
          </a:prstGeom>
          <a:noFill/>
        </p:spPr>
        <p:txBody>
          <a:bodyPr wrap="square" rtlCol="0">
            <a:noAutofit/>
          </a:bodyPr>
          <a:lstStyle/>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b="1" dirty="0"/>
              <a:t>携程旅行网</a:t>
            </a:r>
            <a:r>
              <a:rPr lang="zh-CN" altLang="en-US" sz="2400" dirty="0"/>
              <a:t>是中国领先的在线旅行服务公司，向超过</a:t>
            </a:r>
            <a:r>
              <a:rPr lang="en-US" altLang="zh-CN" sz="2400" dirty="0"/>
              <a:t>9000</a:t>
            </a:r>
            <a:r>
              <a:rPr lang="zh-CN" altLang="en-US" sz="2400" dirty="0"/>
              <a:t>万会员提供酒店预订、酒店点评及特价酒店查询、机票预订、飞机票查询、时刻表、票价查询、航班查询、度假预订等功能</a:t>
            </a:r>
            <a:endParaRPr lang="zh-CN" altLang="en-US" sz="2400" dirty="0"/>
          </a:p>
        </p:txBody>
      </p:sp>
      <p:sp>
        <p:nvSpPr>
          <p:cNvPr id="2"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文本框 3"/>
          <p:cNvSpPr txBox="1"/>
          <p:nvPr/>
        </p:nvSpPr>
        <p:spPr>
          <a:xfrm>
            <a:off x="783773" y="3269549"/>
            <a:ext cx="10511941" cy="3309630"/>
          </a:xfrm>
          <a:prstGeom prst="rect">
            <a:avLst/>
          </a:prstGeom>
          <a:noFill/>
        </p:spPr>
        <p:txBody>
          <a:bodyPr wrap="square" rtlCol="0">
            <a:noAutofit/>
          </a:bodyPr>
          <a:lstStyle/>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b="1" dirty="0"/>
              <a:t>用例  </a:t>
            </a:r>
            <a:r>
              <a:rPr lang="zh-CN" altLang="en-US" sz="2400" dirty="0"/>
              <a:t>携程旅行网高考酒店预订场景</a:t>
            </a:r>
            <a:endParaRPr lang="zh-CN" altLang="en-US" sz="2400" dirty="0"/>
          </a:p>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dirty="0"/>
              <a:t>我是张女士，孩子今年参加高考，考点位于</a:t>
            </a:r>
            <a:r>
              <a:rPr lang="zh-CN" altLang="en-US" sz="2400" b="1" dirty="0"/>
              <a:t>北京市海淀区中关村中学</a:t>
            </a:r>
            <a:r>
              <a:rPr lang="zh-CN" altLang="en-US" sz="2400" dirty="0"/>
              <a:t>。我需要通过携程旅行网预订一家</a:t>
            </a:r>
            <a:r>
              <a:rPr lang="zh-CN" altLang="en-US" sz="2400" b="1" dirty="0"/>
              <a:t>距离考点步行</a:t>
            </a:r>
            <a:r>
              <a:rPr lang="en-US" altLang="zh-CN" sz="2400" b="1" dirty="0"/>
              <a:t>15</a:t>
            </a:r>
            <a:r>
              <a:rPr lang="zh-CN" altLang="en-US" sz="2400" b="1" dirty="0"/>
              <a:t>分钟以内、价格在</a:t>
            </a:r>
            <a:r>
              <a:rPr lang="en-US" altLang="zh-CN" sz="2400" b="1" dirty="0"/>
              <a:t>0</a:t>
            </a:r>
            <a:r>
              <a:rPr lang="en-US" altLang="zh-CN" sz="2400" b="1" dirty="0"/>
              <a:t>-1200</a:t>
            </a:r>
            <a:r>
              <a:rPr lang="zh-CN" altLang="en-US" sz="2400" b="1" dirty="0"/>
              <a:t>元</a:t>
            </a:r>
            <a:r>
              <a:rPr lang="en-US" altLang="zh-CN" sz="2400" b="1" dirty="0"/>
              <a:t>/</a:t>
            </a:r>
            <a:r>
              <a:rPr lang="zh-CN" altLang="en-US" sz="2400" b="1" dirty="0"/>
              <a:t>晚的酒店，入住时间为</a:t>
            </a:r>
            <a:r>
              <a:rPr lang="en-US" altLang="zh-CN" sz="2400" b="1" dirty="0"/>
              <a:t>6</a:t>
            </a:r>
            <a:r>
              <a:rPr lang="zh-CN" altLang="en-US" sz="2400" b="1" dirty="0"/>
              <a:t>月</a:t>
            </a:r>
            <a:r>
              <a:rPr lang="en-US" altLang="zh-CN" sz="2400" b="1" dirty="0"/>
              <a:t>6</a:t>
            </a:r>
            <a:r>
              <a:rPr lang="zh-CN" altLang="en-US" sz="2400" b="1" dirty="0"/>
              <a:t>日至</a:t>
            </a:r>
            <a:r>
              <a:rPr lang="en-US" altLang="zh-CN" sz="2400" b="1" dirty="0"/>
              <a:t>8</a:t>
            </a:r>
            <a:r>
              <a:rPr lang="zh-CN" altLang="en-US" sz="2400" b="1" dirty="0"/>
              <a:t>日</a:t>
            </a:r>
            <a:r>
              <a:rPr lang="zh-CN" altLang="en-US" sz="2400" dirty="0"/>
              <a:t>。要求</a:t>
            </a:r>
            <a:r>
              <a:rPr lang="zh-CN" altLang="en-US" sz="2400" b="1" dirty="0"/>
              <a:t>房间安静、有书桌供孩子复习，且包含早餐</a:t>
            </a:r>
            <a:r>
              <a:rPr lang="zh-CN" altLang="en-US" sz="2400" dirty="0"/>
              <a:t>。同时需要了解</a:t>
            </a:r>
            <a:r>
              <a:rPr lang="zh-CN" altLang="en-US" sz="2400" b="1" dirty="0"/>
              <a:t>取消政策</a:t>
            </a:r>
            <a:r>
              <a:rPr lang="zh-CN" altLang="en-US" sz="2400" dirty="0"/>
              <a:t>，以防突发情况调整计划。</a:t>
            </a:r>
            <a:endParaRPr lang="zh-CN" altLang="en-US" sz="2400" dirty="0"/>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110"/>
          <p:cNvGrpSpPr/>
          <p:nvPr/>
        </p:nvGrpSpPr>
        <p:grpSpPr>
          <a:xfrm>
            <a:off x="2586255" y="594421"/>
            <a:ext cx="7019491" cy="583566"/>
            <a:chOff x="1949785" y="448308"/>
            <a:chExt cx="5265918" cy="437782"/>
          </a:xfrm>
        </p:grpSpPr>
        <p:sp>
          <p:nvSpPr>
            <p:cNvPr id="112" name="文本框 111"/>
            <p:cNvSpPr txBox="1"/>
            <p:nvPr/>
          </p:nvSpPr>
          <p:spPr>
            <a:xfrm>
              <a:off x="3369352" y="448308"/>
              <a:ext cx="242678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网站及用例</a:t>
              </a:r>
              <a:endParaRPr lang="zh-CN" altLang="en-US" sz="3200" dirty="0">
                <a:sym typeface="+mn-lt"/>
              </a:endParaRPr>
            </a:p>
          </p:txBody>
        </p:sp>
        <p:sp>
          <p:nvSpPr>
            <p:cNvPr id="113" name="矩形 112"/>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114" name="矩形 113"/>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pic>
        <p:nvPicPr>
          <p:cNvPr id="5" name="图片 4"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2"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3" name="图片 2" descr="1"/>
          <p:cNvPicPr>
            <a:picLocks noChangeAspect="1"/>
          </p:cNvPicPr>
          <p:nvPr/>
        </p:nvPicPr>
        <p:blipFill>
          <a:blip r:embed="rId2"/>
          <a:stretch>
            <a:fillRect/>
          </a:stretch>
        </p:blipFill>
        <p:spPr>
          <a:xfrm>
            <a:off x="833120" y="1233170"/>
            <a:ext cx="10853420" cy="5552440"/>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custDataLst>
              <p:tags r:id="rId1"/>
            </p:custDataLst>
          </p:nvPr>
        </p:nvSpPr>
        <p:spPr/>
        <p:txBody>
          <a:bodyPr/>
          <a:lstStyle/>
          <a:p>
            <a:r>
              <a:rPr lang="zh-CN" altLang="en-US"/>
              <a:t>PART-0</a:t>
            </a:r>
            <a:r>
              <a:t>2</a:t>
            </a:r>
          </a:p>
        </p:txBody>
      </p:sp>
      <p:sp>
        <p:nvSpPr>
          <p:cNvPr id="4" name="标题 3"/>
          <p:cNvSpPr>
            <a:spLocks noGrp="1"/>
          </p:cNvSpPr>
          <p:nvPr>
            <p:ph type="title" idx="2"/>
            <p:custDataLst>
              <p:tags r:id="rId2"/>
            </p:custDataLst>
          </p:nvPr>
        </p:nvSpPr>
        <p:spPr>
          <a:xfrm>
            <a:off x="4330700" y="2289810"/>
            <a:ext cx="3862070" cy="2117090"/>
          </a:xfrm>
        </p:spPr>
        <p:txBody>
          <a:bodyPr/>
          <a:lstStyle/>
          <a:p>
            <a:pPr algn="ctr"/>
            <a:r>
              <a:rPr lang="zh-CN" altLang="en-US" sz="4000" dirty="0">
                <a:solidFill>
                  <a:schemeClr val="tx1"/>
                </a:solidFill>
              </a:rPr>
              <a:t>评估计划</a:t>
            </a:r>
            <a:endParaRPr lang="zh-CN" altLang="en-US" sz="4000" dirty="0">
              <a:solidFill>
                <a:schemeClr val="tx1"/>
              </a:solidFill>
            </a:endParaRPr>
          </a:p>
        </p:txBody>
      </p:sp>
      <p:pic>
        <p:nvPicPr>
          <p:cNvPr id="3" name="图片 2" descr="同济大学-logo-512px"/>
          <p:cNvPicPr>
            <a:picLocks noChangeAspect="1"/>
          </p:cNvPicPr>
          <p:nvPr/>
        </p:nvPicPr>
        <p:blipFill>
          <a:blip r:embed="rId3"/>
          <a:stretch>
            <a:fillRect/>
          </a:stretch>
        </p:blipFill>
        <p:spPr>
          <a:xfrm>
            <a:off x="10607040" y="267970"/>
            <a:ext cx="965200" cy="965200"/>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110"/>
          <p:cNvGrpSpPr/>
          <p:nvPr/>
        </p:nvGrpSpPr>
        <p:grpSpPr>
          <a:xfrm>
            <a:off x="2686301" y="594421"/>
            <a:ext cx="7019491" cy="583565"/>
            <a:chOff x="1949785" y="448308"/>
            <a:chExt cx="5265918" cy="437782"/>
          </a:xfrm>
        </p:grpSpPr>
        <p:sp>
          <p:nvSpPr>
            <p:cNvPr id="112" name="文本框 111"/>
            <p:cNvSpPr txBox="1"/>
            <p:nvPr/>
          </p:nvSpPr>
          <p:spPr>
            <a:xfrm>
              <a:off x="3369352" y="448308"/>
              <a:ext cx="242678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测试目的</a:t>
              </a:r>
              <a:endParaRPr lang="zh-CN" altLang="en-US" sz="3200" dirty="0">
                <a:sym typeface="+mn-lt"/>
              </a:endParaRPr>
            </a:p>
          </p:txBody>
        </p:sp>
        <p:sp>
          <p:nvSpPr>
            <p:cNvPr id="113" name="矩形 112"/>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114" name="矩形 113"/>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pic>
        <p:nvPicPr>
          <p:cNvPr id="5" name="图片 4"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6" name="文本框 5"/>
          <p:cNvSpPr txBox="1"/>
          <p:nvPr/>
        </p:nvSpPr>
        <p:spPr>
          <a:xfrm>
            <a:off x="455295" y="1532255"/>
            <a:ext cx="10587355" cy="3793490"/>
          </a:xfrm>
          <a:prstGeom prst="rect">
            <a:avLst/>
          </a:prstGeom>
          <a:noFill/>
        </p:spPr>
        <p:txBody>
          <a:bodyPr wrap="square" rtlCol="0">
            <a:noAutofit/>
          </a:bodyPr>
          <a:lstStyle/>
          <a:p>
            <a:pPr marL="800100" lvl="1" indent="-342900" latinLnBrk="1">
              <a:lnSpc>
                <a:spcPct val="150000"/>
              </a:lnSpc>
              <a:buFont typeface="Arial" panose="020B0604020202020204" pitchFamily="34" charset="0"/>
              <a:buChar char="•"/>
            </a:pPr>
            <a:r>
              <a:rPr lang="zh-CN" altLang="en-US" sz="2400" dirty="0"/>
              <a:t>检验携程旅行网在满足特定用户（为参加高考的孩子预订酒店的家长）在特定场景下（有明确且多样的住宿需求，如位置、价格、设施、安静、取消政策）完成预订任务时的可用性水平。</a:t>
            </a:r>
            <a:endParaRPr lang="zh-CN" altLang="en-US" sz="2400" dirty="0"/>
          </a:p>
          <a:p>
            <a:pPr marL="800100" lvl="1" indent="-342900" latinLnBrk="1">
              <a:lnSpc>
                <a:spcPct val="150000"/>
              </a:lnSpc>
              <a:buFont typeface="Arial" panose="020B0604020202020204" pitchFamily="34" charset="0"/>
              <a:buChar char="•"/>
            </a:pPr>
            <a:r>
              <a:rPr lang="zh-CN" altLang="en-US" sz="2400" dirty="0"/>
              <a:t>识别用户在预订过程中遇到的具体可用性问题、痛点、困惑点以及满意点。</a:t>
            </a:r>
            <a:endParaRPr lang="zh-CN" altLang="en-US" sz="2400" dirty="0"/>
          </a:p>
          <a:p>
            <a:pPr marL="800100" lvl="1" indent="-342900" latinLnBrk="1">
              <a:lnSpc>
                <a:spcPct val="150000"/>
              </a:lnSpc>
              <a:buFont typeface="Arial" panose="020B0604020202020204" pitchFamily="34" charset="0"/>
              <a:buChar char="•"/>
            </a:pPr>
            <a:r>
              <a:rPr lang="zh-CN" altLang="en-US" sz="2400" dirty="0"/>
              <a:t>为携程旅行网提供具体、可操作的改进建议，以优化用户体验，特别是针对有时效性强、对环境要求高的预订需求。</a:t>
            </a:r>
            <a:endParaRPr lang="zh-CN" altLang="en-US" sz="2400" dirty="0"/>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110"/>
          <p:cNvGrpSpPr/>
          <p:nvPr/>
        </p:nvGrpSpPr>
        <p:grpSpPr>
          <a:xfrm>
            <a:off x="2686301" y="594421"/>
            <a:ext cx="7019491" cy="583566"/>
            <a:chOff x="1949785" y="448308"/>
            <a:chExt cx="5265918" cy="437782"/>
          </a:xfrm>
        </p:grpSpPr>
        <p:sp>
          <p:nvSpPr>
            <p:cNvPr id="112" name="文本框 111"/>
            <p:cNvSpPr txBox="1"/>
            <p:nvPr/>
          </p:nvSpPr>
          <p:spPr>
            <a:xfrm>
              <a:off x="3369352" y="448308"/>
              <a:ext cx="242678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主要可用性目标</a:t>
              </a:r>
              <a:endParaRPr lang="zh-CN" altLang="en-US" sz="3200" dirty="0">
                <a:sym typeface="+mn-lt"/>
              </a:endParaRPr>
            </a:p>
          </p:txBody>
        </p:sp>
        <p:sp>
          <p:nvSpPr>
            <p:cNvPr id="113" name="矩形 112"/>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114" name="矩形 113"/>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pic>
        <p:nvPicPr>
          <p:cNvPr id="5" name="图片 4"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6" name="文本框 5"/>
          <p:cNvSpPr txBox="1"/>
          <p:nvPr/>
        </p:nvSpPr>
        <p:spPr>
          <a:xfrm>
            <a:off x="958648" y="1342581"/>
            <a:ext cx="10274703" cy="5247449"/>
          </a:xfrm>
          <a:prstGeom prst="rect">
            <a:avLst/>
          </a:prstGeom>
          <a:noFill/>
        </p:spPr>
        <p:txBody>
          <a:bodyPr wrap="square" rtlCol="0">
            <a:no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pPr>
            <a:r>
              <a:rPr lang="zh-CN" altLang="zh-CN" sz="2400" b="1" dirty="0"/>
              <a:t>功能有效性（Effectiveness）</a:t>
            </a:r>
            <a:endParaRPr lang="zh-CN" altLang="zh-CN" sz="2400" b="1" dirty="0"/>
          </a:p>
          <a:p>
            <a:pPr marL="800100" lvl="1" indent="-342900" eaLnBrk="0" fontAlgn="base" hangingPunct="0">
              <a:spcBef>
                <a:spcPct val="0"/>
              </a:spcBef>
              <a:spcAft>
                <a:spcPct val="0"/>
              </a:spcAft>
              <a:buFont typeface="Arial" panose="020B0604020202020204" pitchFamily="34" charset="0"/>
              <a:buChar char="•"/>
            </a:pPr>
            <a:r>
              <a:rPr lang="zh-CN" altLang="en-US" sz="2400" dirty="0"/>
              <a:t>用户能够准确、完整地找到并预订到符合所有条件的酒店。</a:t>
            </a:r>
            <a:endParaRPr lang="zh-CN" altLang="en-US" sz="2400" dirty="0"/>
          </a:p>
          <a:p>
            <a:pPr marL="457200" indent="-457200" eaLnBrk="0" fontAlgn="base" hangingPunct="0">
              <a:spcBef>
                <a:spcPct val="0"/>
              </a:spcBef>
              <a:spcAft>
                <a:spcPct val="0"/>
              </a:spcAft>
              <a:buFont typeface="+mj-lt"/>
              <a:buAutoNum type="arabicPeriod"/>
            </a:pPr>
            <a:r>
              <a:rPr lang="zh-CN" altLang="zh-CN" sz="2400" b="1" dirty="0"/>
              <a:t>使用效率（Efficiency）</a:t>
            </a:r>
            <a:endParaRPr lang="zh-CN" altLang="zh-CN" sz="2400" b="1" dirty="0"/>
          </a:p>
          <a:p>
            <a:pPr marL="800100" lvl="1" indent="-342900" eaLnBrk="0" fontAlgn="base" hangingPunct="0">
              <a:spcBef>
                <a:spcPct val="0"/>
              </a:spcBef>
              <a:spcAft>
                <a:spcPct val="0"/>
              </a:spcAft>
              <a:buFont typeface="Arial" panose="020B0604020202020204" pitchFamily="34" charset="0"/>
              <a:buChar char="•"/>
            </a:pPr>
            <a:r>
              <a:rPr lang="zh-CN" altLang="zh-CN" sz="2400" dirty="0"/>
              <a:t>总流程完成时间 ≤ </a:t>
            </a:r>
            <a:r>
              <a:rPr lang="en-US" altLang="zh-CN" sz="2400" b="1" dirty="0"/>
              <a:t>40 </a:t>
            </a:r>
            <a:r>
              <a:rPr lang="zh-CN" altLang="en-US" sz="2400" b="1" dirty="0"/>
              <a:t>分钟</a:t>
            </a:r>
            <a:endParaRPr lang="zh-CN" altLang="zh-CN" sz="2400" b="1" dirty="0"/>
          </a:p>
          <a:p>
            <a:pPr marL="457200" marR="0" lvl="0" indent="-457200" eaLnBrk="0" fontAlgn="base" hangingPunct="0">
              <a:lnSpc>
                <a:spcPct val="100000"/>
              </a:lnSpc>
              <a:spcBef>
                <a:spcPct val="0"/>
              </a:spcBef>
              <a:spcAft>
                <a:spcPct val="0"/>
              </a:spcAft>
              <a:buClrTx/>
              <a:buSzTx/>
              <a:buFont typeface="+mj-lt"/>
              <a:buAutoNum type="arabicPeriod"/>
            </a:pPr>
            <a:r>
              <a:rPr lang="zh-CN" altLang="zh-CN" sz="2400" b="1" dirty="0"/>
              <a:t>易学性（Learnability）</a:t>
            </a:r>
            <a:endParaRPr lang="zh-CN" altLang="zh-CN" sz="2400" b="1" dirty="0"/>
          </a:p>
          <a:p>
            <a:pPr marL="800100" lvl="1" indent="-342900" eaLnBrk="0" fontAlgn="base" hangingPunct="0">
              <a:spcBef>
                <a:spcPct val="0"/>
              </a:spcBef>
              <a:spcAft>
                <a:spcPct val="0"/>
              </a:spcAft>
              <a:buFont typeface="Arial" panose="020B0604020202020204" pitchFamily="34" charset="0"/>
              <a:buChar char="•"/>
            </a:pPr>
            <a:r>
              <a:rPr lang="zh-CN" altLang="zh-CN" sz="2400" dirty="0"/>
              <a:t>从首次访问到能够自信执行预订流程的步骤 ≤ </a:t>
            </a:r>
            <a:r>
              <a:rPr lang="zh-CN" altLang="zh-CN" sz="2400" b="1" dirty="0"/>
              <a:t>3 步</a:t>
            </a:r>
            <a:endParaRPr lang="en-US" altLang="zh-CN" sz="2400" b="1" dirty="0"/>
          </a:p>
          <a:p>
            <a:pPr marL="457200" indent="-457200" eaLnBrk="0" fontAlgn="base" hangingPunct="0">
              <a:spcBef>
                <a:spcPct val="0"/>
              </a:spcBef>
              <a:spcAft>
                <a:spcPct val="0"/>
              </a:spcAft>
              <a:buFont typeface="+mj-lt"/>
              <a:buAutoNum type="arabicPeriod"/>
            </a:pPr>
            <a:r>
              <a:rPr lang="zh-CN" altLang="zh-CN" sz="2400" b="1" dirty="0"/>
              <a:t>安全性（Safety）</a:t>
            </a:r>
            <a:endParaRPr lang="zh-CN" altLang="zh-CN" sz="2400" b="1" dirty="0"/>
          </a:p>
          <a:p>
            <a:pPr marL="800100" lvl="1" indent="-342900" eaLnBrk="0" fontAlgn="base" hangingPunct="0">
              <a:spcBef>
                <a:spcPct val="0"/>
              </a:spcBef>
              <a:spcAft>
                <a:spcPct val="0"/>
              </a:spcAft>
              <a:buFont typeface="Arial" panose="020B0604020202020204" pitchFamily="34" charset="0"/>
              <a:buChar char="•"/>
            </a:pPr>
            <a:r>
              <a:rPr lang="zh-CN" altLang="zh-CN" sz="2400" dirty="0"/>
              <a:t>在输入支付信息及确认订单环节无误触导致的误操作</a:t>
            </a:r>
            <a:endParaRPr lang="en-US" altLang="zh-CN" sz="2400" dirty="0"/>
          </a:p>
          <a:p>
            <a:pPr marL="800100" lvl="1" indent="-342900" eaLnBrk="0" fontAlgn="base" hangingPunct="0">
              <a:spcBef>
                <a:spcPct val="0"/>
              </a:spcBef>
              <a:spcAft>
                <a:spcPct val="0"/>
              </a:spcAft>
              <a:buFont typeface="Arial" panose="020B0604020202020204" pitchFamily="34" charset="0"/>
              <a:buChar char="•"/>
            </a:pPr>
            <a:r>
              <a:rPr lang="zh-CN" altLang="zh-CN" sz="2400" dirty="0"/>
              <a:t>用户对退改签流程的理解无重大歧义</a:t>
            </a:r>
            <a:endParaRPr lang="zh-CN" altLang="zh-CN" sz="2400" dirty="0"/>
          </a:p>
          <a:p>
            <a:pPr marL="457200" marR="0" lvl="0" indent="-457200" eaLnBrk="0" fontAlgn="base" hangingPunct="0">
              <a:lnSpc>
                <a:spcPct val="100000"/>
              </a:lnSpc>
              <a:spcBef>
                <a:spcPct val="0"/>
              </a:spcBef>
              <a:spcAft>
                <a:spcPct val="0"/>
              </a:spcAft>
              <a:buClrTx/>
              <a:buSzTx/>
              <a:buFont typeface="+mj-lt"/>
              <a:buAutoNum type="arabicPeriod"/>
            </a:pPr>
            <a:r>
              <a:rPr lang="zh-CN" altLang="zh-CN" sz="2400" b="1" dirty="0"/>
              <a:t>实用性（Utility）</a:t>
            </a:r>
            <a:endParaRPr lang="zh-CN" altLang="zh-CN" sz="2400" b="1" dirty="0"/>
          </a:p>
          <a:p>
            <a:pPr marL="800100" lvl="1" indent="-342900" eaLnBrk="0" fontAlgn="base" hangingPunct="0">
              <a:spcBef>
                <a:spcPct val="0"/>
              </a:spcBef>
              <a:spcAft>
                <a:spcPct val="0"/>
              </a:spcAft>
              <a:buFont typeface="Arial" panose="020B0604020202020204" pitchFamily="34" charset="0"/>
              <a:buChar char="•"/>
            </a:pPr>
            <a:r>
              <a:rPr lang="zh-CN" altLang="zh-CN" sz="2400" dirty="0"/>
              <a:t>功能覆盖用户核心需求，如搜索、筛选、支付和客服咨询</a:t>
            </a:r>
            <a:endParaRPr lang="en-US" altLang="zh-CN" sz="2400" dirty="0"/>
          </a:p>
          <a:p>
            <a:pPr marL="800100" lvl="1" indent="-342900" eaLnBrk="0" fontAlgn="base" hangingPunct="0">
              <a:spcBef>
                <a:spcPct val="0"/>
              </a:spcBef>
              <a:spcAft>
                <a:spcPct val="0"/>
              </a:spcAft>
              <a:buFont typeface="Arial" panose="020B0604020202020204" pitchFamily="34" charset="0"/>
              <a:buChar char="•"/>
            </a:pPr>
            <a:r>
              <a:rPr lang="zh-CN" altLang="zh-CN" sz="2400" dirty="0"/>
              <a:t>辅助功能（如价格日历、地图选房）使用频率及满意度</a:t>
            </a:r>
            <a:endParaRPr lang="zh-CN" altLang="zh-CN" sz="2400" dirty="0"/>
          </a:p>
          <a:p>
            <a:pPr indent="609600" fontAlgn="auto" latinLnBrk="1">
              <a:lnSpc>
                <a:spcPct val="150000"/>
              </a:lnSpc>
              <a:extLst>
                <a:ext uri="{35155182-B16C-46BC-9424-99874614C6A1}">
                  <wpsdc:indentchars xmlns:wpsdc="http://www.wps.cn/officeDocument/2017/drawingmlCustomData" val="200" checksum="4158780845"/>
                </a:ext>
              </a:extLst>
            </a:pPr>
            <a:endParaRPr lang="zh-CN" altLang="en-US" sz="2400" dirty="0"/>
          </a:p>
        </p:txBody>
      </p:sp>
      <p:sp>
        <p:nvSpPr>
          <p:cNvPr id="2"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110"/>
          <p:cNvGrpSpPr/>
          <p:nvPr/>
        </p:nvGrpSpPr>
        <p:grpSpPr>
          <a:xfrm>
            <a:off x="2686301" y="594421"/>
            <a:ext cx="7019491" cy="584776"/>
            <a:chOff x="1949785" y="448308"/>
            <a:chExt cx="5265918" cy="438690"/>
          </a:xfrm>
        </p:grpSpPr>
        <p:sp>
          <p:nvSpPr>
            <p:cNvPr id="112" name="文本框 111"/>
            <p:cNvSpPr txBox="1"/>
            <p:nvPr/>
          </p:nvSpPr>
          <p:spPr>
            <a:xfrm>
              <a:off x="3369352" y="448308"/>
              <a:ext cx="2426784" cy="438690"/>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约束条件与机会</a:t>
              </a:r>
              <a:endParaRPr lang="zh-CN" altLang="en-US" sz="3200" dirty="0">
                <a:sym typeface="+mn-lt"/>
              </a:endParaRPr>
            </a:p>
          </p:txBody>
        </p:sp>
        <p:sp>
          <p:nvSpPr>
            <p:cNvPr id="113" name="矩形 112"/>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114" name="矩形 113"/>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pic>
        <p:nvPicPr>
          <p:cNvPr id="5" name="图片 4"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6" name="文本框 5"/>
          <p:cNvSpPr txBox="1"/>
          <p:nvPr/>
        </p:nvSpPr>
        <p:spPr>
          <a:xfrm>
            <a:off x="940618" y="1342581"/>
            <a:ext cx="10134951" cy="3309630"/>
          </a:xfrm>
          <a:prstGeom prst="rect">
            <a:avLst/>
          </a:prstGeom>
          <a:noFill/>
        </p:spPr>
        <p:txBody>
          <a:bodyPr wrap="square" rtlCol="0">
            <a:noAutofit/>
          </a:bodyPr>
          <a:lstStyle/>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b="1" dirty="0"/>
              <a:t>约束条件 </a:t>
            </a:r>
            <a:endParaRPr lang="en-US" altLang="zh-CN" sz="2400" b="1" dirty="0"/>
          </a:p>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dirty="0"/>
              <a:t>时间限制：评估需在两周内完成，包括用户测试和结果分析</a:t>
            </a:r>
            <a:endParaRPr lang="en-US" altLang="zh-CN" sz="2400" dirty="0"/>
          </a:p>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dirty="0"/>
              <a:t>设备限制：仅测试</a:t>
            </a:r>
            <a:r>
              <a:rPr lang="en-US" altLang="zh-CN" sz="2400" dirty="0"/>
              <a:t>PC</a:t>
            </a:r>
            <a:r>
              <a:rPr lang="zh-CN" altLang="en-US" sz="2400" dirty="0"/>
              <a:t>网页版携程平台</a:t>
            </a:r>
            <a:endParaRPr lang="en-US" altLang="zh-CN" sz="2400" dirty="0"/>
          </a:p>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dirty="0"/>
              <a:t>测试人员：小组成员模拟有子女参加高考的家长</a:t>
            </a:r>
            <a:endParaRPr lang="en-US" altLang="zh-CN" sz="2400" dirty="0"/>
          </a:p>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dirty="0"/>
              <a:t>测试设备：用户常用</a:t>
            </a:r>
            <a:r>
              <a:rPr lang="en-US" altLang="zh-CN" sz="2400" dirty="0"/>
              <a:t>windows</a:t>
            </a:r>
            <a:r>
              <a:rPr lang="zh-CN" altLang="en-US" sz="2400" dirty="0"/>
              <a:t>操作系统笔记本电脑</a:t>
            </a:r>
            <a:endParaRPr lang="en-US" altLang="zh-CN" sz="2400" dirty="0"/>
          </a:p>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dirty="0"/>
              <a:t>技术限制：无法直接获取携程后台数据，仅基于前端用户体验评估</a:t>
            </a:r>
            <a:endParaRPr lang="zh-CN" altLang="en-US" sz="2400" dirty="0"/>
          </a:p>
        </p:txBody>
      </p:sp>
      <p:sp>
        <p:nvSpPr>
          <p:cNvPr id="2"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文本框 3"/>
          <p:cNvSpPr txBox="1"/>
          <p:nvPr/>
        </p:nvSpPr>
        <p:spPr>
          <a:xfrm>
            <a:off x="940618" y="4608764"/>
            <a:ext cx="10511941" cy="3309630"/>
          </a:xfrm>
          <a:prstGeom prst="rect">
            <a:avLst/>
          </a:prstGeom>
          <a:noFill/>
        </p:spPr>
        <p:txBody>
          <a:bodyPr wrap="square" rtlCol="0">
            <a:noAutofit/>
          </a:bodyPr>
          <a:lstStyle/>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b="1" dirty="0"/>
              <a:t>机会  </a:t>
            </a:r>
            <a:endParaRPr lang="en-US" altLang="zh-CN" sz="2400" dirty="0"/>
          </a:p>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dirty="0"/>
              <a:t>数据来源：</a:t>
            </a:r>
            <a:r>
              <a:rPr lang="zh-CN" sz="2400" dirty="0"/>
              <a:t>可以通过知乎、应用商店等收集相关的用户体验</a:t>
            </a:r>
            <a:endParaRPr lang="en-US" altLang="zh-CN" sz="2400" dirty="0"/>
          </a:p>
          <a:p>
            <a:pPr indent="609600" fontAlgn="auto" latinLnBrk="1">
              <a:lnSpc>
                <a:spcPct val="150000"/>
              </a:lnSpc>
              <a:extLst>
                <a:ext uri="{35155182-B16C-46BC-9424-99874614C6A1}">
                  <wpsdc:indentchars xmlns:wpsdc="http://www.wps.cn/officeDocument/2017/drawingmlCustomData" val="200" checksum="4158780845"/>
                </a:ext>
              </a:extLst>
            </a:pPr>
            <a:r>
              <a:rPr lang="zh-CN" altLang="en-US" sz="2400" dirty="0"/>
              <a:t>测试人员：测试人员了解可用性评估知识</a:t>
            </a:r>
            <a:endParaRPr lang="en-US" altLang="zh-CN" sz="2400" dirty="0"/>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110"/>
          <p:cNvGrpSpPr/>
          <p:nvPr/>
        </p:nvGrpSpPr>
        <p:grpSpPr>
          <a:xfrm>
            <a:off x="2686301" y="594421"/>
            <a:ext cx="7019491" cy="584776"/>
            <a:chOff x="1949785" y="448308"/>
            <a:chExt cx="5265918" cy="438690"/>
          </a:xfrm>
        </p:grpSpPr>
        <p:sp>
          <p:nvSpPr>
            <p:cNvPr id="112" name="文本框 111"/>
            <p:cNvSpPr txBox="1"/>
            <p:nvPr/>
          </p:nvSpPr>
          <p:spPr>
            <a:xfrm>
              <a:off x="3369352" y="448308"/>
              <a:ext cx="2426784" cy="438690"/>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核心评估问题</a:t>
              </a:r>
              <a:endParaRPr lang="zh-CN" altLang="en-US" sz="3200" dirty="0">
                <a:sym typeface="+mn-lt"/>
              </a:endParaRPr>
            </a:p>
          </p:txBody>
        </p:sp>
        <p:sp>
          <p:nvSpPr>
            <p:cNvPr id="113" name="矩形 112"/>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114" name="矩形 113"/>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pic>
        <p:nvPicPr>
          <p:cNvPr id="5" name="图片 4"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6" name="文本框 5"/>
          <p:cNvSpPr txBox="1"/>
          <p:nvPr/>
        </p:nvSpPr>
        <p:spPr>
          <a:xfrm>
            <a:off x="726440" y="1179195"/>
            <a:ext cx="10845800" cy="5678805"/>
          </a:xfrm>
          <a:prstGeom prst="rect">
            <a:avLst/>
          </a:prstGeom>
          <a:noFill/>
        </p:spPr>
        <p:txBody>
          <a:bodyPr wrap="square" rtlCol="0">
            <a:noAutofit/>
          </a:bodyPr>
          <a:lstStyle/>
          <a:p>
            <a:pPr marL="457200" indent="-457200" eaLnBrk="0" fontAlgn="base" hangingPunct="0">
              <a:lnSpc>
                <a:spcPct val="150000"/>
              </a:lnSpc>
              <a:spcBef>
                <a:spcPct val="0"/>
              </a:spcBef>
              <a:spcAft>
                <a:spcPct val="0"/>
              </a:spcAft>
              <a:buFont typeface="+mj-lt"/>
              <a:buAutoNum type="arabicPeriod"/>
            </a:pPr>
            <a:r>
              <a:rPr lang="zh-CN" altLang="en-US" sz="2000" dirty="0"/>
              <a:t>有效性相关问题</a:t>
            </a:r>
            <a:r>
              <a:rPr lang="en-US" altLang="zh-CN" sz="2000" dirty="0"/>
              <a:t>:</a:t>
            </a:r>
            <a:endParaRPr lang="en-US" altLang="zh-CN"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t>用户能否成功找到至少一个满足所有条件的酒店选项？</a:t>
            </a:r>
            <a:endParaRPr lang="zh-CN" altLang="en-US"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t>用户能否准确找到并理解所选酒店的取消政策？</a:t>
            </a:r>
            <a:endParaRPr lang="zh-CN" altLang="en-US"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t>用户完成预订流程中出现几次导致任务失败的错误？</a:t>
            </a:r>
            <a:endParaRPr lang="zh-CN" altLang="en-US" sz="2000" dirty="0"/>
          </a:p>
          <a:p>
            <a:pPr marL="457200" indent="-457200" eaLnBrk="0" fontAlgn="base" hangingPunct="0">
              <a:lnSpc>
                <a:spcPct val="150000"/>
              </a:lnSpc>
              <a:spcBef>
                <a:spcPct val="0"/>
              </a:spcBef>
              <a:spcAft>
                <a:spcPct val="0"/>
              </a:spcAft>
              <a:buFont typeface="+mj-lt"/>
              <a:buAutoNum type="arabicPeriod"/>
            </a:pPr>
            <a:r>
              <a:rPr lang="zh-CN" altLang="en-US" sz="2000" dirty="0"/>
              <a:t>效率相关问题</a:t>
            </a:r>
            <a:r>
              <a:rPr lang="en-US" altLang="zh-CN" sz="2000" dirty="0"/>
              <a:t>:</a:t>
            </a:r>
            <a:endParaRPr lang="en-US" altLang="zh-CN"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t>用户完成整个预订任务平均需要多长时间？</a:t>
            </a:r>
            <a:endParaRPr lang="zh-CN" altLang="en-US"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t>用户需要进行多少次搜索条件的修改或筛选操作才能找到合适的酒店？</a:t>
            </a:r>
            <a:endParaRPr lang="zh-CN" altLang="en-US" sz="2000" dirty="0"/>
          </a:p>
          <a:p>
            <a:pPr marL="457200" indent="-457200" eaLnBrk="0" fontAlgn="base" hangingPunct="0">
              <a:lnSpc>
                <a:spcPct val="150000"/>
              </a:lnSpc>
              <a:spcBef>
                <a:spcPct val="0"/>
              </a:spcBef>
              <a:spcAft>
                <a:spcPct val="0"/>
              </a:spcAft>
              <a:buFont typeface="+mj-lt"/>
              <a:buAutoNum type="arabicPeriod"/>
            </a:pPr>
            <a:r>
              <a:rPr lang="zh-CN" altLang="en-US" sz="2000" dirty="0"/>
              <a:t>满意度相关问题</a:t>
            </a:r>
            <a:r>
              <a:rPr lang="en-US" altLang="zh-CN" sz="2000" dirty="0"/>
              <a:t>:</a:t>
            </a:r>
            <a:endParaRPr lang="en-US" altLang="zh-CN"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t>用户认为筛选条件（特别是针对</a:t>
            </a:r>
            <a:r>
              <a:rPr lang="en-US" altLang="zh-CN" sz="2000" dirty="0"/>
              <a:t>“</a:t>
            </a:r>
            <a:r>
              <a:rPr lang="zh-CN" altLang="en-US" sz="2000" dirty="0"/>
              <a:t>安静</a:t>
            </a:r>
            <a:r>
              <a:rPr lang="en-US" altLang="zh-CN" sz="2000" dirty="0"/>
              <a:t>”</a:t>
            </a:r>
            <a:r>
              <a:rPr lang="zh-CN" altLang="en-US" sz="2000" dirty="0"/>
              <a:t>、</a:t>
            </a:r>
            <a:r>
              <a:rPr lang="en-US" altLang="zh-CN" sz="2000" dirty="0"/>
              <a:t>“</a:t>
            </a:r>
            <a:r>
              <a:rPr lang="zh-CN" altLang="en-US" sz="2000" dirty="0"/>
              <a:t>书桌</a:t>
            </a:r>
            <a:r>
              <a:rPr lang="en-US" altLang="zh-CN" sz="2000" dirty="0"/>
              <a:t>”</a:t>
            </a:r>
            <a:r>
              <a:rPr lang="zh-CN" altLang="en-US" sz="2000" dirty="0"/>
              <a:t>、</a:t>
            </a:r>
            <a:r>
              <a:rPr lang="en-US" altLang="zh-CN" sz="2000" dirty="0"/>
              <a:t>“</a:t>
            </a:r>
            <a:r>
              <a:rPr lang="zh-CN" altLang="en-US" sz="2000" dirty="0"/>
              <a:t>步行距离</a:t>
            </a:r>
            <a:r>
              <a:rPr lang="en-US" altLang="zh-CN" sz="2000" dirty="0"/>
              <a:t>”</a:t>
            </a:r>
            <a:r>
              <a:rPr lang="zh-CN" altLang="en-US" sz="2000" dirty="0"/>
              <a:t>）是否易于查找和使用？</a:t>
            </a:r>
            <a:endParaRPr lang="zh-CN" altLang="en-US"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t>用户对取消政策的呈现方式和理解程度是否满意？</a:t>
            </a:r>
            <a:endParaRPr lang="zh-CN" altLang="en-US" sz="2000" dirty="0"/>
          </a:p>
          <a:p>
            <a:pPr marL="457200" indent="-457200" eaLnBrk="0" fontAlgn="base" hangingPunct="0">
              <a:lnSpc>
                <a:spcPct val="150000"/>
              </a:lnSpc>
              <a:spcBef>
                <a:spcPct val="0"/>
              </a:spcBef>
              <a:spcAft>
                <a:spcPct val="0"/>
              </a:spcAft>
              <a:buFont typeface="+mj-lt"/>
              <a:buAutoNum type="arabicPeriod"/>
            </a:pPr>
            <a:endParaRPr lang="zh-CN" altLang="en-US" sz="2000" dirty="0"/>
          </a:p>
        </p:txBody>
      </p:sp>
      <p:sp>
        <p:nvSpPr>
          <p:cNvPr id="2"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110"/>
          <p:cNvGrpSpPr/>
          <p:nvPr/>
        </p:nvGrpSpPr>
        <p:grpSpPr>
          <a:xfrm>
            <a:off x="2686301" y="594421"/>
            <a:ext cx="7019491" cy="584776"/>
            <a:chOff x="1949785" y="448308"/>
            <a:chExt cx="5265918" cy="438690"/>
          </a:xfrm>
        </p:grpSpPr>
        <p:sp>
          <p:nvSpPr>
            <p:cNvPr id="112" name="文本框 111"/>
            <p:cNvSpPr txBox="1"/>
            <p:nvPr/>
          </p:nvSpPr>
          <p:spPr>
            <a:xfrm>
              <a:off x="3369352" y="448308"/>
              <a:ext cx="2426784" cy="438690"/>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核心评估问题</a:t>
              </a:r>
              <a:endParaRPr lang="zh-CN" altLang="en-US" sz="3200" dirty="0">
                <a:sym typeface="+mn-lt"/>
              </a:endParaRPr>
            </a:p>
          </p:txBody>
        </p:sp>
        <p:sp>
          <p:nvSpPr>
            <p:cNvPr id="113" name="矩形 112"/>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114" name="矩形 113"/>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pic>
        <p:nvPicPr>
          <p:cNvPr id="5" name="图片 4"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2"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文本框 6"/>
          <p:cNvSpPr txBox="1"/>
          <p:nvPr/>
        </p:nvSpPr>
        <p:spPr>
          <a:xfrm>
            <a:off x="726440" y="1179195"/>
            <a:ext cx="10845800" cy="5678805"/>
          </a:xfrm>
          <a:prstGeom prst="rect">
            <a:avLst/>
          </a:prstGeom>
          <a:noFill/>
        </p:spPr>
        <p:txBody>
          <a:bodyPr wrap="square" rtlCol="0">
            <a:noAutofit/>
          </a:bodyPr>
          <a:lstStyle/>
          <a:p>
            <a:pPr marL="457200" indent="-457200" eaLnBrk="0" fontAlgn="base" hangingPunct="0">
              <a:lnSpc>
                <a:spcPct val="150000"/>
              </a:lnSpc>
              <a:spcBef>
                <a:spcPct val="0"/>
              </a:spcBef>
              <a:spcAft>
                <a:spcPct val="0"/>
              </a:spcAft>
              <a:buFont typeface="+mj-lt"/>
              <a:buAutoNum type="arabicPeriod" startAt="4"/>
            </a:pPr>
            <a:r>
              <a:rPr lang="zh-CN" altLang="en-US" sz="2000" dirty="0">
                <a:sym typeface="+mn-ea"/>
              </a:rPr>
              <a:t>易学性相关问题</a:t>
            </a:r>
            <a:r>
              <a:rPr lang="en-US" altLang="zh-CN" sz="2000" dirty="0">
                <a:sym typeface="+mn-ea"/>
              </a:rPr>
              <a:t>:</a:t>
            </a:r>
            <a:endParaRPr lang="en-US" altLang="zh-CN"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sym typeface="+mn-ea"/>
              </a:rPr>
              <a:t>用户是否能不经指导或少量探索就能找到并使用高级筛选功能（如设施筛选、位置筛选）？</a:t>
            </a:r>
            <a:endParaRPr lang="zh-CN" altLang="en-US"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sym typeface="+mn-ea"/>
              </a:rPr>
              <a:t>网站关于酒店与考点距离的表述（如地图、文字描述）是否易于用户理解？</a:t>
            </a:r>
            <a:endParaRPr lang="zh-CN" altLang="en-US" sz="2000" dirty="0"/>
          </a:p>
          <a:p>
            <a:pPr marL="457200" indent="-457200" eaLnBrk="0" fontAlgn="base" hangingPunct="0">
              <a:lnSpc>
                <a:spcPct val="150000"/>
              </a:lnSpc>
              <a:spcBef>
                <a:spcPct val="0"/>
              </a:spcBef>
              <a:spcAft>
                <a:spcPct val="0"/>
              </a:spcAft>
              <a:buFont typeface="+mj-lt"/>
              <a:buAutoNum type="arabicPeriod" startAt="4"/>
            </a:pPr>
            <a:r>
              <a:rPr lang="zh-CN" altLang="en-US" sz="2000" dirty="0">
                <a:sym typeface="+mn-ea"/>
              </a:rPr>
              <a:t>实用性相关问题</a:t>
            </a:r>
            <a:r>
              <a:rPr lang="en-US" altLang="zh-CN" sz="2000" dirty="0">
                <a:sym typeface="+mn-ea"/>
              </a:rPr>
              <a:t>:</a:t>
            </a:r>
            <a:endParaRPr lang="en-US" altLang="zh-CN"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sym typeface="+mn-ea"/>
              </a:rPr>
              <a:t>携程网是否提供了有效的方式来帮助用户判断酒店与特定地点（中关村中学）的步行可达性？</a:t>
            </a:r>
            <a:endParaRPr lang="zh-CN" altLang="en-US"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sym typeface="+mn-ea"/>
              </a:rPr>
              <a:t>网站上是否有关于房间</a:t>
            </a:r>
            <a:r>
              <a:rPr lang="en-US" altLang="zh-CN" sz="2000" dirty="0">
                <a:sym typeface="+mn-ea"/>
              </a:rPr>
              <a:t>“</a:t>
            </a:r>
            <a:r>
              <a:rPr lang="zh-CN" altLang="en-US" sz="2000" dirty="0">
                <a:sym typeface="+mn-ea"/>
              </a:rPr>
              <a:t>安静</a:t>
            </a:r>
            <a:r>
              <a:rPr lang="en-US" altLang="zh-CN" sz="2000" dirty="0">
                <a:sym typeface="+mn-ea"/>
              </a:rPr>
              <a:t>”</a:t>
            </a:r>
            <a:r>
              <a:rPr lang="zh-CN" altLang="en-US" sz="2000" dirty="0">
                <a:sym typeface="+mn-ea"/>
              </a:rPr>
              <a:t>程度的可靠信息来源或筛选方式？</a:t>
            </a:r>
            <a:endParaRPr lang="zh-CN" altLang="en-US"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en-US" sz="2000" dirty="0">
                <a:sym typeface="+mn-ea"/>
              </a:rPr>
              <a:t>用户能否方便地确认房间内是否有</a:t>
            </a:r>
            <a:r>
              <a:rPr lang="en-US" altLang="zh-CN" sz="2000" dirty="0">
                <a:sym typeface="+mn-ea"/>
              </a:rPr>
              <a:t>“</a:t>
            </a:r>
            <a:r>
              <a:rPr lang="zh-CN" altLang="en-US" sz="2000" dirty="0">
                <a:sym typeface="+mn-ea"/>
              </a:rPr>
              <a:t>书桌</a:t>
            </a:r>
            <a:r>
              <a:rPr lang="en-US" altLang="zh-CN" sz="2000" dirty="0">
                <a:sym typeface="+mn-ea"/>
              </a:rPr>
              <a:t>”</a:t>
            </a:r>
            <a:r>
              <a:rPr lang="zh-CN" altLang="en-US" sz="2000" dirty="0">
                <a:sym typeface="+mn-ea"/>
              </a:rPr>
              <a:t>？</a:t>
            </a:r>
            <a:endParaRPr lang="zh-CN" altLang="en-US" sz="2000" dirty="0"/>
          </a:p>
          <a:p>
            <a:pPr marL="457200" indent="-457200" eaLnBrk="0" fontAlgn="base" hangingPunct="0">
              <a:lnSpc>
                <a:spcPct val="150000"/>
              </a:lnSpc>
              <a:spcBef>
                <a:spcPct val="0"/>
              </a:spcBef>
              <a:spcAft>
                <a:spcPct val="0"/>
              </a:spcAft>
              <a:buFont typeface="+mj-lt"/>
              <a:buAutoNum type="arabicPeriod" startAt="4"/>
            </a:pPr>
            <a:r>
              <a:rPr lang="zh-CN" sz="2000" dirty="0">
                <a:sym typeface="+mn-ea"/>
              </a:rPr>
              <a:t>安全性</a:t>
            </a:r>
            <a:r>
              <a:rPr lang="zh-CN" altLang="en-US" sz="2000" dirty="0">
                <a:sym typeface="+mn-ea"/>
              </a:rPr>
              <a:t>相关问题</a:t>
            </a:r>
            <a:r>
              <a:rPr lang="en-US" altLang="zh-CN" sz="2000" dirty="0">
                <a:sym typeface="+mn-ea"/>
              </a:rPr>
              <a:t>:</a:t>
            </a:r>
            <a:endParaRPr lang="en-US" altLang="zh-CN" sz="2000" dirty="0"/>
          </a:p>
          <a:p>
            <a:pPr marL="914400" lvl="1" indent="-457200" eaLnBrk="0" fontAlgn="base" hangingPunct="0">
              <a:lnSpc>
                <a:spcPct val="150000"/>
              </a:lnSpc>
              <a:spcBef>
                <a:spcPct val="0"/>
              </a:spcBef>
              <a:spcAft>
                <a:spcPct val="0"/>
              </a:spcAft>
              <a:buFont typeface="Arial" panose="020B0604020202020204" pitchFamily="34" charset="0"/>
              <a:buChar char="•"/>
            </a:pPr>
            <a:r>
              <a:rPr lang="zh-CN" altLang="zh-CN" sz="2000" dirty="0">
                <a:sym typeface="+mn-ea"/>
              </a:rPr>
              <a:t>在输入支付信息及确认订单环节是否有误触导致的误操作</a:t>
            </a:r>
            <a:r>
              <a:rPr lang="zh-CN" altLang="en-US" sz="2000" dirty="0">
                <a:sym typeface="+mn-ea"/>
              </a:rPr>
              <a:t>？</a:t>
            </a:r>
            <a:endParaRPr lang="zh-CN" altLang="en-US" sz="2000" dirty="0"/>
          </a:p>
          <a:p>
            <a:pPr marL="914400" lvl="1" indent="-457200" eaLnBrk="0" fontAlgn="base" hangingPunct="0">
              <a:lnSpc>
                <a:spcPct val="150000"/>
              </a:lnSpc>
              <a:spcBef>
                <a:spcPct val="0"/>
              </a:spcBef>
              <a:spcAft>
                <a:spcPct val="0"/>
              </a:spcAft>
              <a:buFont typeface="Arial" panose="020B0604020202020204" pitchFamily="34" charset="0"/>
              <a:buChar char="•"/>
            </a:pPr>
            <a:endParaRPr lang="zh-CN" altLang="en-US" sz="2000" dirty="0"/>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grpSp>
        <p:nvGrpSpPr>
          <p:cNvPr id="6" name="组合 5"/>
          <p:cNvGrpSpPr/>
          <p:nvPr/>
        </p:nvGrpSpPr>
        <p:grpSpPr>
          <a:xfrm>
            <a:off x="2570061" y="550129"/>
            <a:ext cx="7019491" cy="583565"/>
            <a:chOff x="1949785" y="448308"/>
            <a:chExt cx="5265918" cy="437782"/>
          </a:xfrm>
        </p:grpSpPr>
        <p:sp>
          <p:nvSpPr>
            <p:cNvPr id="9" name="文本框 8"/>
            <p:cNvSpPr txBox="1"/>
            <p:nvPr/>
          </p:nvSpPr>
          <p:spPr>
            <a:xfrm>
              <a:off x="3369352" y="448308"/>
              <a:ext cx="262476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问题解答方法</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sp>
        <p:nvSpPr>
          <p:cNvPr id="7" name="文本框 6"/>
          <p:cNvSpPr txBox="1"/>
          <p:nvPr/>
        </p:nvSpPr>
        <p:spPr>
          <a:xfrm>
            <a:off x="726440" y="1179195"/>
            <a:ext cx="10845800" cy="5678805"/>
          </a:xfrm>
          <a:prstGeom prst="rect">
            <a:avLst/>
          </a:prstGeom>
          <a:noFill/>
        </p:spPr>
        <p:txBody>
          <a:bodyPr wrap="square" rtlCol="0">
            <a:noAutofit/>
          </a:bodyPr>
          <a:p>
            <a:pPr marL="457200" indent="-457200" eaLnBrk="0" fontAlgn="base" hangingPunct="0">
              <a:lnSpc>
                <a:spcPct val="150000"/>
              </a:lnSpc>
              <a:spcBef>
                <a:spcPct val="0"/>
              </a:spcBef>
              <a:spcAft>
                <a:spcPct val="0"/>
              </a:spcAft>
              <a:buFont typeface="+mj-lt"/>
              <a:buAutoNum type="arabicPeriod"/>
            </a:pPr>
            <a:r>
              <a:rPr lang="zh-CN" altLang="en-US" sz="2400" b="1" dirty="0">
                <a:sym typeface="+mn-ea"/>
              </a:rPr>
              <a:t>可用性测试（实证）</a:t>
            </a:r>
            <a:r>
              <a:rPr lang="en-US" altLang="zh-CN" sz="2400" b="1" dirty="0">
                <a:sym typeface="+mn-ea"/>
              </a:rPr>
              <a:t>:</a:t>
            </a:r>
            <a:r>
              <a:rPr lang="zh-CN" altLang="en-US" sz="2400" dirty="0">
                <a:sym typeface="+mn-ea"/>
              </a:rPr>
              <a:t>我们将</a:t>
            </a:r>
            <a:r>
              <a:rPr lang="zh-CN" sz="2400" dirty="0">
                <a:sym typeface="+mn-ea"/>
              </a:rPr>
              <a:t>依托评估人员</a:t>
            </a:r>
            <a:r>
              <a:rPr lang="zh-CN" altLang="en-US" sz="2400" dirty="0">
                <a:sym typeface="+mn-ea"/>
              </a:rPr>
              <a:t>模拟张女士真实预订情境，独立执行用例设定的高考酒店预订任务。通过记录任务操作过程、完成度、耗时及错误及其他反馈，我们将直接获取关于携程网在该场景下有效性、效率和易用性的第一手数据。</a:t>
            </a:r>
            <a:endParaRPr lang="zh-CN" altLang="en-US" sz="2400" dirty="0"/>
          </a:p>
          <a:p>
            <a:pPr marL="457200" indent="-457200" eaLnBrk="0" fontAlgn="base" hangingPunct="0">
              <a:lnSpc>
                <a:spcPct val="150000"/>
              </a:lnSpc>
              <a:spcBef>
                <a:spcPct val="0"/>
              </a:spcBef>
              <a:spcAft>
                <a:spcPct val="0"/>
              </a:spcAft>
              <a:buFont typeface="+mj-lt"/>
              <a:buAutoNum type="arabicPeriod"/>
            </a:pPr>
            <a:r>
              <a:rPr lang="zh-CN" altLang="en-US" sz="2400" b="1" dirty="0">
                <a:sym typeface="+mn-ea"/>
              </a:rPr>
              <a:t>用户评价收集（实证）</a:t>
            </a:r>
            <a:r>
              <a:rPr lang="en-US" altLang="zh-CN" sz="2400" b="1" dirty="0">
                <a:sym typeface="+mn-ea"/>
              </a:rPr>
              <a:t>:</a:t>
            </a:r>
            <a:r>
              <a:rPr lang="zh-CN" altLang="en-US" sz="2400" dirty="0">
                <a:sym typeface="+mn-ea"/>
              </a:rPr>
              <a:t>为广泛捕捉用户对携程旅行网的整体体验和特定功能（如酒店筛选、信息展示）的看法，我们将系统性地从主流应用商店及知乎、小红书等网站收集用户评分和文本评论。通过分析这些海量的真实用户反馈，我们可以识别常见痛点、满意点及潜在的可用性问题，作为对直接可用性测试结果的补充和验证。</a:t>
            </a:r>
            <a:endParaRPr lang="zh-CN" altLang="en-US" sz="2400" dirty="0">
              <a:sym typeface="+mn-ea"/>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grpSp>
        <p:nvGrpSpPr>
          <p:cNvPr id="6" name="组合 5"/>
          <p:cNvGrpSpPr/>
          <p:nvPr/>
        </p:nvGrpSpPr>
        <p:grpSpPr>
          <a:xfrm>
            <a:off x="2570061" y="550129"/>
            <a:ext cx="7019491" cy="584774"/>
            <a:chOff x="1949785" y="448308"/>
            <a:chExt cx="5265918" cy="438689"/>
          </a:xfrm>
        </p:grpSpPr>
        <p:sp>
          <p:nvSpPr>
            <p:cNvPr id="9" name="文本框 8"/>
            <p:cNvSpPr txBox="1"/>
            <p:nvPr/>
          </p:nvSpPr>
          <p:spPr>
            <a:xfrm>
              <a:off x="3369352" y="448308"/>
              <a:ext cx="2624764" cy="438689"/>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任务和所需数据</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sp>
        <p:nvSpPr>
          <p:cNvPr id="7" name="文本框 6"/>
          <p:cNvSpPr txBox="1"/>
          <p:nvPr/>
        </p:nvSpPr>
        <p:spPr>
          <a:xfrm>
            <a:off x="726440" y="1179195"/>
            <a:ext cx="10845800" cy="5678805"/>
          </a:xfrm>
          <a:prstGeom prst="rect">
            <a:avLst/>
          </a:prstGeom>
          <a:noFill/>
        </p:spPr>
        <p:txBody>
          <a:bodyPr wrap="square" rtlCol="0">
            <a:noAutofit/>
          </a:bodyPr>
          <a:p>
            <a:pPr indent="0">
              <a:buFont typeface="Arial" panose="020B0604020202020204"/>
              <a:buNone/>
            </a:pPr>
            <a:r>
              <a:rPr lang="zh-CN" altLang="en-US" sz="2400">
                <a:sym typeface="+mn-ea"/>
              </a:rPr>
              <a:t>子任务分解 </a:t>
            </a:r>
            <a:r>
              <a:rPr lang="en-US" altLang="zh-CN" sz="2400">
                <a:sym typeface="+mn-ea"/>
              </a:rPr>
              <a:t>(Sub-tasks):</a:t>
            </a:r>
            <a:endParaRPr lang="en-US" altLang="zh-CN" sz="2400">
              <a:sym typeface="+mn-ea"/>
            </a:endParaRPr>
          </a:p>
          <a:p>
            <a:pPr indent="0">
              <a:buFont typeface="Arial" panose="020B0604020202020204"/>
              <a:buNone/>
            </a:pPr>
            <a:endParaRPr lang="en-US" altLang="zh-CN" sz="2400"/>
          </a:p>
          <a:p>
            <a:pPr marL="914400" lvl="1" indent="-457200">
              <a:buFont typeface="Arial" panose="020B0604020202020204"/>
              <a:buAutoNum type="arabicPeriod"/>
            </a:pPr>
            <a:r>
              <a:rPr lang="zh-CN" altLang="en-US" sz="2400">
                <a:sym typeface="+mn-ea"/>
              </a:rPr>
              <a:t>导航至酒店预订模块。</a:t>
            </a:r>
            <a:endParaRPr lang="zh-CN" altLang="en-US" sz="2400"/>
          </a:p>
          <a:p>
            <a:pPr marL="914400" lvl="1" indent="-457200">
              <a:buFont typeface="Arial" panose="020B0604020202020204"/>
              <a:buAutoNum type="arabicPeriod"/>
            </a:pPr>
            <a:r>
              <a:rPr lang="zh-CN" altLang="en-US" sz="2400">
                <a:sym typeface="+mn-ea"/>
              </a:rPr>
              <a:t>输入目的地（中关村中学或北京市海淀区）、入住日期（</a:t>
            </a:r>
            <a:r>
              <a:rPr lang="en-US" altLang="zh-CN" sz="2400">
                <a:sym typeface="+mn-ea"/>
              </a:rPr>
              <a:t>6</a:t>
            </a:r>
            <a:r>
              <a:rPr lang="zh-CN" altLang="en-US" sz="2400">
                <a:sym typeface="+mn-ea"/>
              </a:rPr>
              <a:t>月</a:t>
            </a:r>
            <a:r>
              <a:rPr lang="en-US" altLang="zh-CN" sz="2400">
                <a:sym typeface="+mn-ea"/>
              </a:rPr>
              <a:t>6</a:t>
            </a:r>
            <a:r>
              <a:rPr lang="zh-CN" altLang="en-US" sz="2400">
                <a:sym typeface="+mn-ea"/>
              </a:rPr>
              <a:t>日至</a:t>
            </a:r>
            <a:r>
              <a:rPr lang="en-US" altLang="zh-CN" sz="2400">
                <a:sym typeface="+mn-ea"/>
              </a:rPr>
              <a:t>8</a:t>
            </a:r>
            <a:r>
              <a:rPr lang="zh-CN" altLang="en-US" sz="2400">
                <a:sym typeface="+mn-ea"/>
              </a:rPr>
              <a:t>日）。</a:t>
            </a:r>
            <a:endParaRPr lang="zh-CN" altLang="en-US" sz="2400"/>
          </a:p>
          <a:p>
            <a:pPr marL="914400" lvl="1" indent="-457200">
              <a:buFont typeface="Arial" panose="020B0604020202020204"/>
              <a:buAutoNum type="arabicPeriod"/>
            </a:pPr>
            <a:r>
              <a:rPr lang="zh-CN" altLang="en-US" sz="2400">
                <a:sym typeface="+mn-ea"/>
              </a:rPr>
              <a:t>设置价格区间（</a:t>
            </a:r>
            <a:r>
              <a:rPr lang="en-US" altLang="zh-CN" sz="2400">
                <a:sym typeface="+mn-ea"/>
              </a:rPr>
              <a:t>0-1200</a:t>
            </a:r>
            <a:r>
              <a:rPr lang="zh-CN" altLang="en-US" sz="2400">
                <a:sym typeface="+mn-ea"/>
              </a:rPr>
              <a:t>元</a:t>
            </a:r>
            <a:r>
              <a:rPr lang="en-US" altLang="zh-CN" sz="2400">
                <a:sym typeface="+mn-ea"/>
              </a:rPr>
              <a:t>/</a:t>
            </a:r>
            <a:r>
              <a:rPr lang="zh-CN" altLang="en-US" sz="2400">
                <a:sym typeface="+mn-ea"/>
              </a:rPr>
              <a:t>晚）。</a:t>
            </a:r>
            <a:endParaRPr lang="zh-CN" altLang="en-US" sz="2400"/>
          </a:p>
          <a:p>
            <a:pPr marL="914400" lvl="1" indent="-457200">
              <a:buFont typeface="Arial" panose="020B0604020202020204"/>
              <a:buAutoNum type="arabicPeriod"/>
            </a:pPr>
            <a:r>
              <a:rPr lang="zh-CN" altLang="en-US" sz="2400">
                <a:sym typeface="+mn-ea"/>
              </a:rPr>
              <a:t>筛选或查找满足“步行</a:t>
            </a:r>
            <a:r>
              <a:rPr lang="en-US" altLang="zh-CN" sz="2400">
                <a:sym typeface="+mn-ea"/>
              </a:rPr>
              <a:t>15</a:t>
            </a:r>
            <a:r>
              <a:rPr lang="zh-CN" altLang="en-US" sz="2400">
                <a:sym typeface="+mn-ea"/>
              </a:rPr>
              <a:t>分钟内到达考点”条件的酒店。</a:t>
            </a:r>
            <a:endParaRPr lang="zh-CN" altLang="en-US" sz="2400"/>
          </a:p>
          <a:p>
            <a:pPr marL="914400" lvl="1" indent="-457200">
              <a:buFont typeface="Arial" panose="020B0604020202020204"/>
              <a:buAutoNum type="arabicPeriod"/>
            </a:pPr>
            <a:r>
              <a:rPr lang="zh-CN" altLang="en-US" sz="2400">
                <a:sym typeface="+mn-ea"/>
              </a:rPr>
              <a:t>筛选或查找满足“房间安静”条件的酒店。</a:t>
            </a:r>
            <a:endParaRPr lang="zh-CN" altLang="en-US" sz="2400"/>
          </a:p>
          <a:p>
            <a:pPr marL="914400" lvl="1" indent="-457200">
              <a:buFont typeface="Arial" panose="020B0604020202020204"/>
              <a:buAutoNum type="arabicPeriod"/>
            </a:pPr>
            <a:r>
              <a:rPr lang="zh-CN" altLang="en-US" sz="2400">
                <a:sym typeface="+mn-ea"/>
              </a:rPr>
              <a:t>筛选或查找满足“有书桌”条件的酒店。</a:t>
            </a:r>
            <a:endParaRPr lang="zh-CN" altLang="en-US" sz="2400"/>
          </a:p>
          <a:p>
            <a:pPr marL="914400" lvl="1" indent="-457200">
              <a:buFont typeface="Arial" panose="020B0604020202020204"/>
              <a:buAutoNum type="arabicPeriod"/>
            </a:pPr>
            <a:r>
              <a:rPr lang="zh-CN" altLang="en-US" sz="2400">
                <a:sym typeface="+mn-ea"/>
              </a:rPr>
              <a:t>筛选或查找满足“含早餐”条件的酒店。</a:t>
            </a:r>
            <a:endParaRPr lang="zh-CN" altLang="en-US" sz="2400"/>
          </a:p>
          <a:p>
            <a:pPr marL="914400" lvl="1" indent="-457200">
              <a:buFont typeface="Arial" panose="020B0604020202020204"/>
              <a:buAutoNum type="arabicPeriod"/>
            </a:pPr>
            <a:r>
              <a:rPr lang="zh-CN" altLang="en-US" sz="2400">
                <a:sym typeface="+mn-ea"/>
              </a:rPr>
              <a:t>从符合条件的酒店中选择一家。</a:t>
            </a:r>
            <a:endParaRPr lang="zh-CN" altLang="en-US" sz="2400"/>
          </a:p>
          <a:p>
            <a:pPr marL="914400" lvl="1" indent="-457200">
              <a:buFont typeface="Arial" panose="020B0604020202020204"/>
              <a:buAutoNum type="arabicPeriod"/>
            </a:pPr>
            <a:r>
              <a:rPr lang="zh-CN" altLang="en-US" sz="2400">
                <a:sym typeface="+mn-ea"/>
              </a:rPr>
              <a:t>查看并理解该酒店的取消政策。</a:t>
            </a:r>
            <a:endParaRPr lang="zh-CN" altLang="en-US" sz="2400"/>
          </a:p>
          <a:p>
            <a:pPr marL="914400" lvl="1" indent="-457200">
              <a:buFont typeface="Arial" panose="020B0604020202020204"/>
              <a:buAutoNum type="arabicPeriod"/>
            </a:pPr>
            <a:r>
              <a:rPr lang="zh-CN" altLang="en-US" sz="2400">
                <a:sym typeface="+mn-ea"/>
              </a:rPr>
              <a:t>模拟完成预订（进行到支付前的最后确认页面）。</a:t>
            </a:r>
            <a:endParaRPr lang="zh-CN" altLang="en-US" sz="2400"/>
          </a:p>
          <a:p>
            <a:pPr lvl="1">
              <a:buFont typeface="Arial" panose="020B0604020202020204"/>
              <a:buChar char="◦"/>
            </a:pPr>
            <a:endParaRPr lang="zh-CN" altLang="en-US" sz="2400" dirty="0">
              <a:sym typeface="+mn-ea"/>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grpSp>
        <p:nvGrpSpPr>
          <p:cNvPr id="6" name="组合 5"/>
          <p:cNvGrpSpPr/>
          <p:nvPr/>
        </p:nvGrpSpPr>
        <p:grpSpPr>
          <a:xfrm>
            <a:off x="2570061" y="550129"/>
            <a:ext cx="7019491" cy="584774"/>
            <a:chOff x="1949785" y="448308"/>
            <a:chExt cx="5265918" cy="438689"/>
          </a:xfrm>
        </p:grpSpPr>
        <p:sp>
          <p:nvSpPr>
            <p:cNvPr id="9" name="文本框 8"/>
            <p:cNvSpPr txBox="1"/>
            <p:nvPr/>
          </p:nvSpPr>
          <p:spPr>
            <a:xfrm>
              <a:off x="3369352" y="448308"/>
              <a:ext cx="2624764" cy="438689"/>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任务和所需数据</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pic>
        <p:nvPicPr>
          <p:cNvPr id="3" name="图片 2" descr="8-可以距离排序，但是无法设置距离范围"/>
          <p:cNvPicPr>
            <a:picLocks noChangeAspect="1"/>
          </p:cNvPicPr>
          <p:nvPr/>
        </p:nvPicPr>
        <p:blipFill>
          <a:blip r:embed="rId2"/>
          <a:stretch>
            <a:fillRect/>
          </a:stretch>
        </p:blipFill>
        <p:spPr>
          <a:xfrm>
            <a:off x="755650" y="1233170"/>
            <a:ext cx="10911840" cy="5582920"/>
          </a:xfrm>
          <a:prstGeom prst="rect">
            <a:avLst/>
          </a:prstGeom>
        </p:spPr>
      </p:pic>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5" name="矩形 4"/>
          <p:cNvSpPr/>
          <p:nvPr/>
        </p:nvSpPr>
        <p:spPr>
          <a:xfrm>
            <a:off x="1376079" y="2180240"/>
            <a:ext cx="2260600" cy="2222199"/>
          </a:xfrm>
          <a:prstGeom prst="rect">
            <a:avLst/>
          </a:prstGeom>
          <a:noFill/>
          <a:extLst>
            <a:ext uri="{909E8E84-426E-40DD-AFC4-6F175D3DCCD1}">
              <a14:hiddenFill xmlns:a14="http://schemas.microsoft.com/office/drawing/2010/main">
                <a:solidFill>
                  <a:schemeClr val="accent2"/>
                </a:solidFill>
              </a14:hiddenFill>
            </a:ext>
          </a:extLst>
        </p:spPr>
        <p:txBody>
          <a:bodyPr wrap="square">
            <a:noAutofit/>
          </a:bodyPr>
          <a:lstStyle/>
          <a:p>
            <a:pPr lvl="0" algn="ctr" defTabSz="866775" fontAlgn="base">
              <a:lnSpc>
                <a:spcPct val="150000"/>
              </a:lnSpc>
              <a:spcBef>
                <a:spcPct val="0"/>
              </a:spcBef>
              <a:spcAft>
                <a:spcPct val="0"/>
              </a:spcAft>
              <a:defRPr/>
            </a:pPr>
            <a:endParaRPr lang="zh-CN" altLang="en-US" sz="1400" dirty="0">
              <a:solidFill>
                <a:schemeClr val="bg1">
                  <a:lumMod val="50000"/>
                </a:schemeClr>
              </a:solidFill>
              <a:latin typeface="汉仪君黑-45简" panose="020B0604020202020204" charset="-122"/>
              <a:ea typeface="汉仪君黑-45简" panose="020B0604020202020204" charset="-122"/>
              <a:sym typeface="+mn-ea"/>
            </a:endParaRPr>
          </a:p>
        </p:txBody>
      </p:sp>
      <p:grpSp>
        <p:nvGrpSpPr>
          <p:cNvPr id="6" name="组合 5"/>
          <p:cNvGrpSpPr/>
          <p:nvPr/>
        </p:nvGrpSpPr>
        <p:grpSpPr>
          <a:xfrm>
            <a:off x="2570061" y="550129"/>
            <a:ext cx="7019491" cy="584774"/>
            <a:chOff x="1949785" y="448308"/>
            <a:chExt cx="5265918" cy="438689"/>
          </a:xfrm>
        </p:grpSpPr>
        <p:sp>
          <p:nvSpPr>
            <p:cNvPr id="9" name="文本框 8"/>
            <p:cNvSpPr txBox="1"/>
            <p:nvPr/>
          </p:nvSpPr>
          <p:spPr>
            <a:xfrm>
              <a:off x="3369352" y="448308"/>
              <a:ext cx="2624764" cy="438689"/>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任务和所需数据</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sp>
        <p:nvSpPr>
          <p:cNvPr id="42" name="文本框 41"/>
          <p:cNvSpPr txBox="1"/>
          <p:nvPr/>
        </p:nvSpPr>
        <p:spPr>
          <a:xfrm>
            <a:off x="676275" y="2067560"/>
            <a:ext cx="4977765" cy="3046095"/>
          </a:xfrm>
          <a:prstGeom prst="rect">
            <a:avLst/>
          </a:prstGeom>
          <a:noFill/>
        </p:spPr>
        <p:txBody>
          <a:bodyPr wrap="square" rtlCol="0">
            <a:spAutoFit/>
          </a:bodyPr>
          <a:lstStyle/>
          <a:p>
            <a:endParaRPr lang="en-US" altLang="zh-CN" sz="2400" dirty="0"/>
          </a:p>
          <a:p>
            <a:r>
              <a:rPr lang="zh-CN" altLang="en-US" sz="2400" dirty="0"/>
              <a:t>定量数据：</a:t>
            </a:r>
            <a:endParaRPr lang="en-US" altLang="zh-CN" sz="2400" dirty="0"/>
          </a:p>
          <a:p>
            <a:pPr marL="285750" indent="-285750">
              <a:lnSpc>
                <a:spcPct val="150000"/>
              </a:lnSpc>
              <a:buFont typeface="Arial" panose="020B0604020202020204" pitchFamily="34" charset="0"/>
              <a:buChar char="•"/>
            </a:pPr>
            <a:r>
              <a:rPr lang="zh-CN" altLang="en-US" sz="2400" dirty="0"/>
              <a:t>任务完成时间</a:t>
            </a:r>
            <a:endParaRPr lang="en-US" altLang="zh-CN" sz="2400" dirty="0"/>
          </a:p>
          <a:p>
            <a:pPr marL="285750" indent="-285750">
              <a:lnSpc>
                <a:spcPct val="150000"/>
              </a:lnSpc>
              <a:buFont typeface="Arial" panose="020B0604020202020204" pitchFamily="34" charset="0"/>
              <a:buChar char="•"/>
            </a:pPr>
            <a:r>
              <a:rPr lang="zh-CN" altLang="en-US" sz="2400" dirty="0"/>
              <a:t>每个任务的完成率</a:t>
            </a:r>
            <a:endParaRPr lang="en-US" altLang="zh-CN" sz="2400" dirty="0"/>
          </a:p>
          <a:p>
            <a:pPr marL="285750" indent="-285750">
              <a:lnSpc>
                <a:spcPct val="150000"/>
              </a:lnSpc>
              <a:buFont typeface="Arial" panose="020B0604020202020204" pitchFamily="34" charset="0"/>
              <a:buChar char="•"/>
            </a:pPr>
            <a:r>
              <a:rPr lang="zh-CN" altLang="en-US" sz="2400" dirty="0"/>
              <a:t>用户点击次数</a:t>
            </a:r>
            <a:endParaRPr lang="en-US" altLang="zh-CN" sz="2400" dirty="0"/>
          </a:p>
          <a:p>
            <a:pPr marL="285750" indent="-285750">
              <a:lnSpc>
                <a:spcPct val="150000"/>
              </a:lnSpc>
              <a:buFont typeface="Arial" panose="020B0604020202020204" pitchFamily="34" charset="0"/>
              <a:buChar char="•"/>
            </a:pPr>
            <a:r>
              <a:rPr lang="zh-CN" altLang="en-US" sz="2400" dirty="0"/>
              <a:t>错误次数</a:t>
            </a:r>
            <a:endParaRPr lang="zh-CN" sz="2400" dirty="0"/>
          </a:p>
        </p:txBody>
      </p:sp>
      <p:sp>
        <p:nvSpPr>
          <p:cNvPr id="43" name="文本框 42"/>
          <p:cNvSpPr txBox="1"/>
          <p:nvPr/>
        </p:nvSpPr>
        <p:spPr>
          <a:xfrm>
            <a:off x="763315" y="1446609"/>
            <a:ext cx="2797171" cy="460375"/>
          </a:xfrm>
          <a:prstGeom prst="rect">
            <a:avLst/>
          </a:prstGeom>
          <a:noFill/>
        </p:spPr>
        <p:txBody>
          <a:bodyPr wrap="square" rtlCol="0">
            <a:spAutoFit/>
          </a:bodyPr>
          <a:lstStyle/>
          <a:p>
            <a:r>
              <a:rPr lang="zh-CN" altLang="en-US" sz="2400" b="1" dirty="0"/>
              <a:t>需收集的数据</a:t>
            </a:r>
            <a:endParaRPr lang="zh-CN" altLang="en-US" sz="2400" b="1" dirty="0"/>
          </a:p>
        </p:txBody>
      </p:sp>
      <p:sp>
        <p:nvSpPr>
          <p:cNvPr id="44" name="文本框 43"/>
          <p:cNvSpPr txBox="1"/>
          <p:nvPr/>
        </p:nvSpPr>
        <p:spPr>
          <a:xfrm>
            <a:off x="6247130" y="2067560"/>
            <a:ext cx="4711065" cy="3046095"/>
          </a:xfrm>
          <a:prstGeom prst="rect">
            <a:avLst/>
          </a:prstGeom>
          <a:noFill/>
        </p:spPr>
        <p:txBody>
          <a:bodyPr wrap="square" rtlCol="0">
            <a:spAutoFit/>
          </a:bodyPr>
          <a:lstStyle/>
          <a:p>
            <a:endParaRPr lang="en-US" altLang="zh-CN" sz="2400" dirty="0"/>
          </a:p>
          <a:p>
            <a:pPr>
              <a:buNone/>
            </a:pPr>
            <a:r>
              <a:rPr lang="zh-CN" altLang="en-US" sz="2400" dirty="0"/>
              <a:t>定性数据：</a:t>
            </a:r>
            <a:endParaRPr lang="zh-CN" altLang="en-US" sz="2400" dirty="0"/>
          </a:p>
          <a:p>
            <a:pPr>
              <a:lnSpc>
                <a:spcPct val="150000"/>
              </a:lnSpc>
              <a:buFont typeface="Arial" panose="020B0604020202020204" pitchFamily="34" charset="0"/>
              <a:buChar char="•"/>
            </a:pPr>
            <a:r>
              <a:rPr lang="zh-CN" altLang="en-US" sz="2400" dirty="0"/>
              <a:t> 用户口头反馈（边操作边思考法）</a:t>
            </a:r>
            <a:endParaRPr lang="zh-CN" altLang="en-US" sz="2400" dirty="0"/>
          </a:p>
          <a:p>
            <a:pPr>
              <a:lnSpc>
                <a:spcPct val="150000"/>
              </a:lnSpc>
              <a:buFont typeface="Arial" panose="020B0604020202020204" pitchFamily="34" charset="0"/>
              <a:buChar char="•"/>
            </a:pPr>
            <a:r>
              <a:rPr lang="zh-CN" altLang="en-US" sz="2400" dirty="0"/>
              <a:t> 用户遇到的困难点记录</a:t>
            </a:r>
            <a:endParaRPr lang="zh-CN" altLang="en-US" sz="2400" dirty="0"/>
          </a:p>
          <a:p>
            <a:pPr>
              <a:lnSpc>
                <a:spcPct val="150000"/>
              </a:lnSpc>
              <a:buFont typeface="Arial" panose="020B0604020202020204" pitchFamily="34" charset="0"/>
              <a:buChar char="•"/>
            </a:pPr>
            <a:r>
              <a:rPr lang="zh-CN" altLang="en-US" sz="2400" dirty="0"/>
              <a:t> 用户对界面直观性的反馈</a:t>
            </a:r>
            <a:endParaRPr lang="zh-CN" altLang="en-US" sz="2400" dirty="0"/>
          </a:p>
          <a:p>
            <a:pPr>
              <a:lnSpc>
                <a:spcPct val="150000"/>
              </a:lnSpc>
              <a:buFont typeface="Arial" panose="020B0604020202020204" pitchFamily="34" charset="0"/>
              <a:buChar char="•"/>
            </a:pPr>
            <a:r>
              <a:rPr lang="zh-CN" altLang="en-US" sz="2400" dirty="0"/>
              <a:t> 改进建议收集</a:t>
            </a:r>
            <a:endParaRPr lang="zh-CN" altLang="en-US" sz="2400" dirty="0"/>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5" name="矩形 4"/>
          <p:cNvSpPr/>
          <p:nvPr/>
        </p:nvSpPr>
        <p:spPr>
          <a:xfrm>
            <a:off x="1376079" y="2180240"/>
            <a:ext cx="2260600" cy="2222199"/>
          </a:xfrm>
          <a:prstGeom prst="rect">
            <a:avLst/>
          </a:prstGeom>
          <a:noFill/>
          <a:extLst>
            <a:ext uri="{909E8E84-426E-40DD-AFC4-6F175D3DCCD1}">
              <a14:hiddenFill xmlns:a14="http://schemas.microsoft.com/office/drawing/2010/main">
                <a:solidFill>
                  <a:schemeClr val="accent2"/>
                </a:solidFill>
              </a14:hiddenFill>
            </a:ext>
          </a:extLst>
        </p:spPr>
        <p:txBody>
          <a:bodyPr wrap="square">
            <a:noAutofit/>
          </a:bodyPr>
          <a:lstStyle/>
          <a:p>
            <a:pPr lvl="0" algn="ctr" defTabSz="866775" fontAlgn="base">
              <a:lnSpc>
                <a:spcPct val="150000"/>
              </a:lnSpc>
              <a:spcBef>
                <a:spcPct val="0"/>
              </a:spcBef>
              <a:spcAft>
                <a:spcPct val="0"/>
              </a:spcAft>
              <a:defRPr/>
            </a:pPr>
            <a:endParaRPr lang="zh-CN" altLang="en-US" sz="1400" dirty="0">
              <a:solidFill>
                <a:schemeClr val="bg1">
                  <a:lumMod val="50000"/>
                </a:schemeClr>
              </a:solidFill>
              <a:latin typeface="汉仪君黑-45简" panose="020B0604020202020204" charset="-122"/>
              <a:ea typeface="汉仪君黑-45简" panose="020B0604020202020204" charset="-122"/>
              <a:sym typeface="+mn-ea"/>
            </a:endParaRPr>
          </a:p>
        </p:txBody>
      </p:sp>
      <p:grpSp>
        <p:nvGrpSpPr>
          <p:cNvPr id="6" name="组合 5"/>
          <p:cNvGrpSpPr/>
          <p:nvPr/>
        </p:nvGrpSpPr>
        <p:grpSpPr>
          <a:xfrm>
            <a:off x="2570061" y="550129"/>
            <a:ext cx="7019491" cy="583565"/>
            <a:chOff x="1949785" y="448308"/>
            <a:chExt cx="5265918" cy="437782"/>
          </a:xfrm>
        </p:grpSpPr>
        <p:sp>
          <p:nvSpPr>
            <p:cNvPr id="9" name="文本框 8"/>
            <p:cNvSpPr txBox="1"/>
            <p:nvPr/>
          </p:nvSpPr>
          <p:spPr>
            <a:xfrm>
              <a:off x="3369352" y="448308"/>
              <a:ext cx="262476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收集数据方法</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sp>
        <p:nvSpPr>
          <p:cNvPr id="3" name="文本框 2"/>
          <p:cNvSpPr txBox="1"/>
          <p:nvPr/>
        </p:nvSpPr>
        <p:spPr>
          <a:xfrm>
            <a:off x="872490" y="1233170"/>
            <a:ext cx="9984740" cy="5292725"/>
          </a:xfrm>
          <a:prstGeom prst="rect">
            <a:avLst/>
          </a:prstGeom>
        </p:spPr>
        <p:txBody>
          <a:bodyPr wrap="square">
            <a:spAutoFit/>
          </a:bodyPr>
          <a:p>
            <a:pPr indent="0" fontAlgn="auto">
              <a:lnSpc>
                <a:spcPct val="130000"/>
              </a:lnSpc>
            </a:pPr>
            <a:r>
              <a:rPr lang="zh-CN" altLang="en-US" sz="2000"/>
              <a:t>可用性测试数据收集</a:t>
            </a:r>
            <a:r>
              <a:rPr lang="en-US" altLang="zh-CN" sz="2000"/>
              <a:t>:</a:t>
            </a:r>
            <a:endParaRPr lang="en-US" altLang="zh-CN" sz="2000"/>
          </a:p>
          <a:p>
            <a:pPr indent="0" fontAlgn="auto">
              <a:lnSpc>
                <a:spcPct val="130000"/>
              </a:lnSpc>
              <a:buFont typeface="Arial" panose="020B0604020202020204"/>
              <a:buChar char="•"/>
            </a:pPr>
            <a:r>
              <a:rPr lang="zh-CN" altLang="en-US" sz="2000"/>
              <a:t>测试准备</a:t>
            </a:r>
            <a:r>
              <a:rPr lang="en-US" altLang="zh-CN" sz="2000"/>
              <a:t>: </a:t>
            </a:r>
            <a:r>
              <a:rPr lang="zh-CN" altLang="en-US" sz="2000"/>
              <a:t>明确任务流程，制定包含</a:t>
            </a:r>
            <a:r>
              <a:rPr lang="en-US" altLang="zh-CN" sz="2000"/>
              <a:t>10</a:t>
            </a:r>
            <a:r>
              <a:rPr lang="zh-CN" altLang="en-US" sz="2000"/>
              <a:t>个子任务的执行记录表（用于记录时间、点击、错误、口头反馈等），准备好测试设备。</a:t>
            </a:r>
            <a:endParaRPr lang="zh-CN" altLang="en-US" sz="2000"/>
          </a:p>
          <a:p>
            <a:pPr indent="0" fontAlgn="auto">
              <a:lnSpc>
                <a:spcPct val="130000"/>
              </a:lnSpc>
              <a:buFont typeface="Arial" panose="020B0604020202020204"/>
              <a:buChar char="•"/>
            </a:pPr>
            <a:r>
              <a:rPr lang="zh-CN" altLang="en-US" sz="2000"/>
              <a:t>测试执行 </a:t>
            </a:r>
            <a:r>
              <a:rPr lang="en-US" altLang="zh-CN" sz="2000"/>
              <a:t>(4</a:t>
            </a:r>
            <a:r>
              <a:rPr lang="zh-CN" altLang="en-US" sz="2000"/>
              <a:t>名评估人员模拟“张女士”</a:t>
            </a:r>
            <a:r>
              <a:rPr lang="en-US" altLang="zh-CN" sz="2000"/>
              <a:t>):</a:t>
            </a:r>
            <a:endParaRPr lang="en-US" altLang="zh-CN" sz="2000"/>
          </a:p>
          <a:p>
            <a:pPr lvl="1" indent="0" fontAlgn="auto">
              <a:lnSpc>
                <a:spcPct val="130000"/>
              </a:lnSpc>
              <a:buFont typeface="Arial" panose="020B0604020202020204"/>
              <a:buChar char="◦"/>
            </a:pPr>
            <a:r>
              <a:rPr lang="zh-CN" altLang="en-US" sz="2000"/>
              <a:t>每位评估人员独立使用</a:t>
            </a:r>
            <a:r>
              <a:rPr lang="en-US" altLang="zh-CN" sz="2000"/>
              <a:t>PC</a:t>
            </a:r>
            <a:r>
              <a:rPr lang="zh-CN" altLang="en-US" sz="2000"/>
              <a:t>网页版携程，在模拟的预订环境下，按照测试脚本执行全部</a:t>
            </a:r>
            <a:r>
              <a:rPr lang="en-US" altLang="zh-CN" sz="2000"/>
              <a:t>10</a:t>
            </a:r>
            <a:r>
              <a:rPr lang="zh-CN" altLang="en-US" sz="2000"/>
              <a:t>个子任务，同时进行“出声思考”，表达操作时的想法、预期、困惑和感受。</a:t>
            </a:r>
            <a:endParaRPr lang="zh-CN" altLang="en-US" sz="2000"/>
          </a:p>
          <a:p>
            <a:pPr lvl="1" indent="0" fontAlgn="auto">
              <a:lnSpc>
                <a:spcPct val="130000"/>
              </a:lnSpc>
              <a:buFont typeface="Arial" panose="020B0604020202020204"/>
              <a:buChar char="◦"/>
            </a:pPr>
            <a:r>
              <a:rPr lang="zh-CN" altLang="en-US" sz="2000"/>
              <a:t>请一位同学作为记录员，使用电子表格详细记录：各子任务的完成情况（成功</a:t>
            </a:r>
            <a:r>
              <a:rPr lang="en-US" altLang="zh-CN" sz="2000"/>
              <a:t>/</a:t>
            </a:r>
            <a:r>
              <a:rPr lang="zh-CN" altLang="en-US" sz="2000"/>
              <a:t>失败</a:t>
            </a:r>
            <a:r>
              <a:rPr lang="en-US" altLang="zh-CN" sz="2000"/>
              <a:t>/</a:t>
            </a:r>
            <a:r>
              <a:rPr lang="zh-CN" altLang="en-US" sz="2000"/>
              <a:t>部分成功）、完成时间、鼠标点击次数、遇到的错误及错误类型、以及重要的反馈（如“这个筛选藏得太深了”、“我不确定这里怎么选”等）。</a:t>
            </a:r>
            <a:endParaRPr lang="zh-CN" altLang="en-US" sz="2000"/>
          </a:p>
          <a:p>
            <a:pPr lvl="1" indent="0" fontAlgn="auto">
              <a:lnSpc>
                <a:spcPct val="130000"/>
              </a:lnSpc>
              <a:buFont typeface="Arial" panose="020B0604020202020204"/>
              <a:buChar char="◦"/>
            </a:pPr>
            <a:r>
              <a:rPr lang="zh-CN" altLang="en-US" sz="2000"/>
              <a:t>全程进行截图与记录，作为后续详细分析的原始资料。</a:t>
            </a:r>
            <a:endParaRPr lang="zh-CN" altLang="en-US" sz="2000"/>
          </a:p>
          <a:p>
            <a:pPr indent="0" fontAlgn="auto">
              <a:lnSpc>
                <a:spcPct val="130000"/>
              </a:lnSpc>
              <a:buFont typeface="Arial" panose="020B0604020202020204"/>
              <a:buChar char="•"/>
            </a:pPr>
            <a:r>
              <a:rPr lang="zh-CN" altLang="en-US" sz="2000"/>
              <a:t>测试后访谈</a:t>
            </a:r>
            <a:r>
              <a:rPr lang="en-US" altLang="zh-CN" sz="2000"/>
              <a:t>: </a:t>
            </a:r>
            <a:r>
              <a:rPr lang="zh-CN" altLang="en-US" sz="2000"/>
              <a:t>在每位评估人员完成所有任务后，进行一个简短的半结构化访谈，围绕其遇到的主要困难点、对界面设计的整体感受、以及是否有具体改进建议等问题进行交流，补充记录。</a:t>
            </a:r>
            <a:endParaRPr lang="zh-CN" altLang="en-US" sz="1600"/>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5" name="矩形 4"/>
          <p:cNvSpPr/>
          <p:nvPr/>
        </p:nvSpPr>
        <p:spPr>
          <a:xfrm>
            <a:off x="1376079" y="2180240"/>
            <a:ext cx="2260600" cy="2222199"/>
          </a:xfrm>
          <a:prstGeom prst="rect">
            <a:avLst/>
          </a:prstGeom>
          <a:noFill/>
          <a:extLst>
            <a:ext uri="{909E8E84-426E-40DD-AFC4-6F175D3DCCD1}">
              <a14:hiddenFill xmlns:a14="http://schemas.microsoft.com/office/drawing/2010/main">
                <a:solidFill>
                  <a:schemeClr val="accent2"/>
                </a:solidFill>
              </a14:hiddenFill>
            </a:ext>
          </a:extLst>
        </p:spPr>
        <p:txBody>
          <a:bodyPr wrap="square">
            <a:noAutofit/>
          </a:bodyPr>
          <a:lstStyle/>
          <a:p>
            <a:pPr lvl="0" algn="ctr" defTabSz="866775" fontAlgn="base">
              <a:lnSpc>
                <a:spcPct val="150000"/>
              </a:lnSpc>
              <a:spcBef>
                <a:spcPct val="0"/>
              </a:spcBef>
              <a:spcAft>
                <a:spcPct val="0"/>
              </a:spcAft>
              <a:defRPr/>
            </a:pPr>
            <a:endParaRPr lang="zh-CN" altLang="en-US" sz="1400" dirty="0">
              <a:solidFill>
                <a:schemeClr val="bg1">
                  <a:lumMod val="50000"/>
                </a:schemeClr>
              </a:solidFill>
              <a:latin typeface="汉仪君黑-45简" panose="020B0604020202020204" charset="-122"/>
              <a:ea typeface="汉仪君黑-45简" panose="020B0604020202020204" charset="-122"/>
              <a:sym typeface="+mn-ea"/>
            </a:endParaRPr>
          </a:p>
        </p:txBody>
      </p:sp>
      <p:grpSp>
        <p:nvGrpSpPr>
          <p:cNvPr id="6" name="组合 5"/>
          <p:cNvGrpSpPr/>
          <p:nvPr/>
        </p:nvGrpSpPr>
        <p:grpSpPr>
          <a:xfrm>
            <a:off x="2570061" y="550129"/>
            <a:ext cx="7019491" cy="583565"/>
            <a:chOff x="1949785" y="448308"/>
            <a:chExt cx="5265918" cy="437782"/>
          </a:xfrm>
        </p:grpSpPr>
        <p:sp>
          <p:nvSpPr>
            <p:cNvPr id="9" name="文本框 8"/>
            <p:cNvSpPr txBox="1"/>
            <p:nvPr/>
          </p:nvSpPr>
          <p:spPr>
            <a:xfrm>
              <a:off x="3369352" y="448308"/>
              <a:ext cx="262476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收集数据方法</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sp>
        <p:nvSpPr>
          <p:cNvPr id="3" name="文本框 2"/>
          <p:cNvSpPr txBox="1"/>
          <p:nvPr/>
        </p:nvSpPr>
        <p:spPr>
          <a:xfrm>
            <a:off x="872490" y="1233170"/>
            <a:ext cx="9984740" cy="4092575"/>
          </a:xfrm>
          <a:prstGeom prst="rect">
            <a:avLst/>
          </a:prstGeom>
        </p:spPr>
        <p:txBody>
          <a:bodyPr wrap="square">
            <a:spAutoFit/>
          </a:bodyPr>
          <a:p>
            <a:pPr indent="0" fontAlgn="auto">
              <a:lnSpc>
                <a:spcPct val="130000"/>
              </a:lnSpc>
            </a:pPr>
            <a:r>
              <a:rPr lang="zh-CN" altLang="en-US" sz="2000">
                <a:sym typeface="+mn-ea"/>
              </a:rPr>
              <a:t>用户评价数据收集</a:t>
            </a:r>
            <a:r>
              <a:rPr lang="en-US" altLang="zh-CN" sz="2000">
                <a:sym typeface="+mn-ea"/>
              </a:rPr>
              <a:t>:</a:t>
            </a:r>
            <a:endParaRPr lang="en-US" altLang="zh-CN" sz="2000"/>
          </a:p>
          <a:p>
            <a:pPr indent="0" fontAlgn="auto">
              <a:lnSpc>
                <a:spcPct val="130000"/>
              </a:lnSpc>
              <a:buFont typeface="Arial" panose="020B0604020202020204"/>
              <a:buChar char="•"/>
            </a:pPr>
            <a:r>
              <a:rPr lang="zh-CN" altLang="en-US" sz="2000">
                <a:sym typeface="+mn-ea"/>
              </a:rPr>
              <a:t>平台选择与关键词策略</a:t>
            </a:r>
            <a:r>
              <a:rPr lang="en-US" altLang="zh-CN" sz="2000">
                <a:sym typeface="+mn-ea"/>
              </a:rPr>
              <a:t>: </a:t>
            </a:r>
            <a:r>
              <a:rPr lang="zh-CN" altLang="en-US" sz="2000">
                <a:sym typeface="+mn-ea"/>
              </a:rPr>
              <a:t>确定数据源为主流应用商店、知乎、小红书。设定搜索关键词组合，如“携程 酒店 筛选”、“携程 订房 安静”、“携程 网站 体验”、“携程 取消政策”等。</a:t>
            </a:r>
            <a:endParaRPr lang="zh-CN" altLang="en-US" sz="2000"/>
          </a:p>
          <a:p>
            <a:pPr indent="0" fontAlgn="auto">
              <a:lnSpc>
                <a:spcPct val="130000"/>
              </a:lnSpc>
              <a:buFont typeface="Arial" panose="020B0604020202020204"/>
              <a:buChar char="•"/>
            </a:pPr>
            <a:r>
              <a:rPr lang="zh-CN" altLang="en-US" sz="2000">
                <a:sym typeface="+mn-ea"/>
              </a:rPr>
              <a:t>信息提取与筛选</a:t>
            </a:r>
            <a:r>
              <a:rPr lang="en-US" altLang="zh-CN" sz="2000">
                <a:sym typeface="+mn-ea"/>
              </a:rPr>
              <a:t>: </a:t>
            </a:r>
            <a:r>
              <a:rPr lang="zh-CN" altLang="en-US" sz="2000">
                <a:sym typeface="+mn-ea"/>
              </a:rPr>
              <a:t>系统浏览搜索结果，重点收集近一年内与酒店预订流程（特别是搜索、筛选条件设置、信息展示清晰度、特殊需求满足度、取消政策理解等方面）相关的用户评论和帖子。排除与本次用例无关的反馈（如机票、度假产品评论）。</a:t>
            </a:r>
            <a:endParaRPr lang="zh-CN" altLang="en-US" sz="2000"/>
          </a:p>
          <a:p>
            <a:pPr indent="0" fontAlgn="auto">
              <a:lnSpc>
                <a:spcPct val="130000"/>
              </a:lnSpc>
              <a:buFont typeface="Arial" panose="020B0604020202020204"/>
              <a:buChar char="•"/>
            </a:pPr>
            <a:r>
              <a:rPr lang="zh-CN" altLang="en-US" sz="2000">
                <a:sym typeface="+mn-ea"/>
              </a:rPr>
              <a:t>数据整理与初步归类</a:t>
            </a:r>
            <a:r>
              <a:rPr lang="en-US" altLang="zh-CN" sz="2000">
                <a:sym typeface="+mn-ea"/>
              </a:rPr>
              <a:t>: </a:t>
            </a:r>
            <a:r>
              <a:rPr lang="zh-CN" altLang="en-US" sz="2000">
                <a:sym typeface="+mn-ea"/>
              </a:rPr>
              <a:t>将收集到的有效文本评论复制到文档或表格中，初步按正面、负面、建议进行分类，并对提及频率较高的问题点进行标记，以便后续与可用性测试结果进行交叉验证和主题分析。</a:t>
            </a:r>
            <a:endParaRPr lang="zh-CN" altLang="en-US" sz="1600"/>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custDataLst>
              <p:tags r:id="rId1"/>
            </p:custDataLst>
          </p:nvPr>
        </p:nvSpPr>
        <p:spPr/>
        <p:txBody>
          <a:bodyPr/>
          <a:lstStyle/>
          <a:p>
            <a:r>
              <a:rPr lang="zh-CN" altLang="en-US"/>
              <a:t>PART-0</a:t>
            </a:r>
            <a:r>
              <a:t>3</a:t>
            </a:r>
          </a:p>
        </p:txBody>
      </p:sp>
      <p:sp>
        <p:nvSpPr>
          <p:cNvPr id="4" name="标题 3"/>
          <p:cNvSpPr>
            <a:spLocks noGrp="1"/>
          </p:cNvSpPr>
          <p:nvPr>
            <p:ph type="title" idx="2"/>
            <p:custDataLst>
              <p:tags r:id="rId2"/>
            </p:custDataLst>
          </p:nvPr>
        </p:nvSpPr>
        <p:spPr>
          <a:xfrm>
            <a:off x="4330700" y="2289810"/>
            <a:ext cx="3862070" cy="2117090"/>
          </a:xfrm>
        </p:spPr>
        <p:txBody>
          <a:bodyPr/>
          <a:lstStyle/>
          <a:p>
            <a:pPr algn="ctr"/>
            <a:r>
              <a:rPr lang="zh-CN" altLang="en-US" sz="4000" dirty="0">
                <a:solidFill>
                  <a:schemeClr val="tx1"/>
                </a:solidFill>
              </a:rPr>
              <a:t>结果报告</a:t>
            </a:r>
            <a:endParaRPr lang="zh-CN" altLang="en-US" sz="4000" dirty="0">
              <a:solidFill>
                <a:schemeClr val="tx1"/>
              </a:solidFill>
            </a:endParaRPr>
          </a:p>
        </p:txBody>
      </p:sp>
      <p:pic>
        <p:nvPicPr>
          <p:cNvPr id="3" name="图片 2" descr="同济大学-logo-512px"/>
          <p:cNvPicPr>
            <a:picLocks noChangeAspect="1"/>
          </p:cNvPicPr>
          <p:nvPr/>
        </p:nvPicPr>
        <p:blipFill>
          <a:blip r:embed="rId3"/>
          <a:stretch>
            <a:fillRect/>
          </a:stretch>
        </p:blipFill>
        <p:spPr>
          <a:xfrm>
            <a:off x="10607040" y="267970"/>
            <a:ext cx="965200" cy="965200"/>
          </a:xfrm>
          <a:prstGeom prst="rect">
            <a:avLst/>
          </a:prstGeom>
        </p:spPr>
      </p:pic>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5" name="矩形 4"/>
          <p:cNvSpPr/>
          <p:nvPr/>
        </p:nvSpPr>
        <p:spPr>
          <a:xfrm>
            <a:off x="1376079" y="2180240"/>
            <a:ext cx="2260600" cy="2222199"/>
          </a:xfrm>
          <a:prstGeom prst="rect">
            <a:avLst/>
          </a:prstGeom>
          <a:noFill/>
          <a:extLst>
            <a:ext uri="{909E8E84-426E-40DD-AFC4-6F175D3DCCD1}">
              <a14:hiddenFill xmlns:a14="http://schemas.microsoft.com/office/drawing/2010/main">
                <a:solidFill>
                  <a:schemeClr val="accent2"/>
                </a:solidFill>
              </a14:hiddenFill>
            </a:ext>
          </a:extLst>
        </p:spPr>
        <p:txBody>
          <a:bodyPr wrap="square">
            <a:noAutofit/>
          </a:bodyPr>
          <a:lstStyle/>
          <a:p>
            <a:pPr lvl="0" algn="ctr" defTabSz="866775" fontAlgn="base">
              <a:lnSpc>
                <a:spcPct val="150000"/>
              </a:lnSpc>
              <a:spcBef>
                <a:spcPct val="0"/>
              </a:spcBef>
              <a:spcAft>
                <a:spcPct val="0"/>
              </a:spcAft>
              <a:defRPr/>
            </a:pPr>
            <a:endParaRPr lang="zh-CN" altLang="en-US" sz="1400" dirty="0">
              <a:solidFill>
                <a:schemeClr val="bg1">
                  <a:lumMod val="50000"/>
                </a:schemeClr>
              </a:solidFill>
              <a:latin typeface="汉仪君黑-45简" panose="020B0604020202020204" charset="-122"/>
              <a:ea typeface="汉仪君黑-45简" panose="020B0604020202020204" charset="-122"/>
              <a:sym typeface="+mn-ea"/>
            </a:endParaRPr>
          </a:p>
        </p:txBody>
      </p:sp>
      <p:grpSp>
        <p:nvGrpSpPr>
          <p:cNvPr id="6" name="组合 5"/>
          <p:cNvGrpSpPr/>
          <p:nvPr/>
        </p:nvGrpSpPr>
        <p:grpSpPr>
          <a:xfrm>
            <a:off x="2570061" y="550129"/>
            <a:ext cx="7019491" cy="583565"/>
            <a:chOff x="1949785" y="448308"/>
            <a:chExt cx="5265918" cy="437782"/>
          </a:xfrm>
        </p:grpSpPr>
        <p:sp>
          <p:nvSpPr>
            <p:cNvPr id="9" name="文本框 8"/>
            <p:cNvSpPr txBox="1"/>
            <p:nvPr/>
          </p:nvSpPr>
          <p:spPr>
            <a:xfrm>
              <a:off x="3369352" y="448308"/>
              <a:ext cx="262476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数据记录</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pic>
        <p:nvPicPr>
          <p:cNvPr id="4" name="图片 3"/>
          <p:cNvPicPr>
            <a:picLocks noChangeAspect="1"/>
          </p:cNvPicPr>
          <p:nvPr/>
        </p:nvPicPr>
        <p:blipFill>
          <a:blip r:embed="rId2"/>
          <a:stretch>
            <a:fillRect/>
          </a:stretch>
        </p:blipFill>
        <p:spPr>
          <a:xfrm>
            <a:off x="1682115" y="1620520"/>
            <a:ext cx="8594725" cy="4057015"/>
          </a:xfrm>
          <a:prstGeom prst="rect">
            <a:avLst/>
          </a:prstGeom>
        </p:spPr>
      </p:pic>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5" name="矩形 4"/>
          <p:cNvSpPr/>
          <p:nvPr/>
        </p:nvSpPr>
        <p:spPr>
          <a:xfrm>
            <a:off x="1376079" y="2180240"/>
            <a:ext cx="2260600" cy="2222199"/>
          </a:xfrm>
          <a:prstGeom prst="rect">
            <a:avLst/>
          </a:prstGeom>
          <a:noFill/>
          <a:extLst>
            <a:ext uri="{909E8E84-426E-40DD-AFC4-6F175D3DCCD1}">
              <a14:hiddenFill xmlns:a14="http://schemas.microsoft.com/office/drawing/2010/main">
                <a:solidFill>
                  <a:schemeClr val="accent2"/>
                </a:solidFill>
              </a14:hiddenFill>
            </a:ext>
          </a:extLst>
        </p:spPr>
        <p:txBody>
          <a:bodyPr wrap="square">
            <a:noAutofit/>
          </a:bodyPr>
          <a:lstStyle/>
          <a:p>
            <a:pPr lvl="0" algn="ctr" defTabSz="866775" fontAlgn="base">
              <a:lnSpc>
                <a:spcPct val="150000"/>
              </a:lnSpc>
              <a:spcBef>
                <a:spcPct val="0"/>
              </a:spcBef>
              <a:spcAft>
                <a:spcPct val="0"/>
              </a:spcAft>
              <a:defRPr/>
            </a:pPr>
            <a:endParaRPr lang="zh-CN" altLang="en-US" sz="1400" dirty="0">
              <a:solidFill>
                <a:schemeClr val="bg1">
                  <a:lumMod val="50000"/>
                </a:schemeClr>
              </a:solidFill>
              <a:latin typeface="汉仪君黑-45简" panose="020B0604020202020204" charset="-122"/>
              <a:ea typeface="汉仪君黑-45简" panose="020B0604020202020204" charset="-122"/>
              <a:sym typeface="+mn-ea"/>
            </a:endParaRPr>
          </a:p>
        </p:txBody>
      </p:sp>
      <p:grpSp>
        <p:nvGrpSpPr>
          <p:cNvPr id="6" name="组合 5"/>
          <p:cNvGrpSpPr/>
          <p:nvPr/>
        </p:nvGrpSpPr>
        <p:grpSpPr>
          <a:xfrm>
            <a:off x="2570061" y="550129"/>
            <a:ext cx="7019491" cy="583565"/>
            <a:chOff x="1949785" y="448308"/>
            <a:chExt cx="5265918" cy="437782"/>
          </a:xfrm>
        </p:grpSpPr>
        <p:sp>
          <p:nvSpPr>
            <p:cNvPr id="9" name="文本框 8"/>
            <p:cNvSpPr txBox="1"/>
            <p:nvPr/>
          </p:nvSpPr>
          <p:spPr>
            <a:xfrm>
              <a:off x="3369352" y="448308"/>
              <a:ext cx="262476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数据收集</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pic>
        <p:nvPicPr>
          <p:cNvPr id="3" name="图片 2"/>
          <p:cNvPicPr>
            <a:picLocks noChangeAspect="1"/>
          </p:cNvPicPr>
          <p:nvPr/>
        </p:nvPicPr>
        <p:blipFill>
          <a:blip r:embed="rId2"/>
          <a:stretch>
            <a:fillRect/>
          </a:stretch>
        </p:blipFill>
        <p:spPr>
          <a:xfrm>
            <a:off x="452755" y="1440815"/>
            <a:ext cx="11517630" cy="1593850"/>
          </a:xfrm>
          <a:prstGeom prst="rect">
            <a:avLst/>
          </a:prstGeom>
        </p:spPr>
      </p:pic>
      <p:sp>
        <p:nvSpPr>
          <p:cNvPr id="7" name="文本框 6"/>
          <p:cNvSpPr txBox="1"/>
          <p:nvPr/>
        </p:nvSpPr>
        <p:spPr>
          <a:xfrm>
            <a:off x="1002030" y="4620895"/>
            <a:ext cx="9984740" cy="1198880"/>
          </a:xfrm>
          <a:prstGeom prst="rect">
            <a:avLst/>
          </a:prstGeom>
        </p:spPr>
        <p:txBody>
          <a:bodyPr wrap="square">
            <a:spAutoFit/>
          </a:bodyPr>
          <a:p>
            <a:r>
              <a:rPr lang="zh-CN" altLang="en-US" sz="2400"/>
              <a:t>通过主流应用商店、知乎、小红书来进行用户体验收集，大多数是订票服务或者情绪化内容以及对于大数据杀熟等与可用性无关的讨论，收集到的有效数据极少</a:t>
            </a:r>
            <a:endParaRPr lang="zh-CN" altLang="en-US" sz="2400"/>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5" name="矩形 4"/>
          <p:cNvSpPr/>
          <p:nvPr/>
        </p:nvSpPr>
        <p:spPr>
          <a:xfrm>
            <a:off x="1376079" y="2180240"/>
            <a:ext cx="2260600" cy="2222199"/>
          </a:xfrm>
          <a:prstGeom prst="rect">
            <a:avLst/>
          </a:prstGeom>
          <a:noFill/>
          <a:extLst>
            <a:ext uri="{909E8E84-426E-40DD-AFC4-6F175D3DCCD1}">
              <a14:hiddenFill xmlns:a14="http://schemas.microsoft.com/office/drawing/2010/main">
                <a:solidFill>
                  <a:schemeClr val="accent2"/>
                </a:solidFill>
              </a14:hiddenFill>
            </a:ext>
          </a:extLst>
        </p:spPr>
        <p:txBody>
          <a:bodyPr wrap="square">
            <a:noAutofit/>
          </a:bodyPr>
          <a:lstStyle/>
          <a:p>
            <a:pPr lvl="0" algn="ctr" defTabSz="866775" fontAlgn="base">
              <a:lnSpc>
                <a:spcPct val="150000"/>
              </a:lnSpc>
              <a:spcBef>
                <a:spcPct val="0"/>
              </a:spcBef>
              <a:spcAft>
                <a:spcPct val="0"/>
              </a:spcAft>
              <a:defRPr/>
            </a:pPr>
            <a:endParaRPr lang="zh-CN" altLang="en-US" sz="1400" dirty="0">
              <a:solidFill>
                <a:schemeClr val="bg1">
                  <a:lumMod val="50000"/>
                </a:schemeClr>
              </a:solidFill>
              <a:latin typeface="汉仪君黑-45简" panose="020B0604020202020204" charset="-122"/>
              <a:ea typeface="汉仪君黑-45简" panose="020B0604020202020204" charset="-122"/>
              <a:sym typeface="+mn-ea"/>
            </a:endParaRPr>
          </a:p>
        </p:txBody>
      </p:sp>
      <p:grpSp>
        <p:nvGrpSpPr>
          <p:cNvPr id="6" name="组合 5"/>
          <p:cNvGrpSpPr/>
          <p:nvPr/>
        </p:nvGrpSpPr>
        <p:grpSpPr>
          <a:xfrm>
            <a:off x="2570061" y="550129"/>
            <a:ext cx="7019491" cy="583565"/>
            <a:chOff x="1949785" y="448308"/>
            <a:chExt cx="5265918" cy="437782"/>
          </a:xfrm>
        </p:grpSpPr>
        <p:sp>
          <p:nvSpPr>
            <p:cNvPr id="9" name="文本框 8"/>
            <p:cNvSpPr txBox="1"/>
            <p:nvPr/>
          </p:nvSpPr>
          <p:spPr>
            <a:xfrm>
              <a:off x="3369352" y="448308"/>
              <a:ext cx="262476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数据分析</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sp>
        <p:nvSpPr>
          <p:cNvPr id="7" name="文本框 6"/>
          <p:cNvSpPr txBox="1"/>
          <p:nvPr/>
        </p:nvSpPr>
        <p:spPr>
          <a:xfrm>
            <a:off x="778510" y="1384935"/>
            <a:ext cx="9984740" cy="1198880"/>
          </a:xfrm>
          <a:prstGeom prst="rect">
            <a:avLst/>
          </a:prstGeom>
        </p:spPr>
        <p:txBody>
          <a:bodyPr wrap="square">
            <a:spAutoFit/>
          </a:bodyPr>
          <a:p>
            <a:pPr marL="342900" indent="-342900">
              <a:buFont typeface="Arial" panose="020B0604020202020204" pitchFamily="34" charset="0"/>
              <a:buChar char="•"/>
            </a:pPr>
            <a:r>
              <a:rPr lang="zh-CN" altLang="en-US" sz="2400"/>
              <a:t>平均任务完成时间：</a:t>
            </a:r>
            <a:r>
              <a:rPr lang="en-US" altLang="zh-CN" sz="2400"/>
              <a:t>33.5</a:t>
            </a:r>
            <a:r>
              <a:rPr lang="zh-CN" altLang="en-US" sz="2400"/>
              <a:t>分钟（</a:t>
            </a:r>
            <a:r>
              <a:rPr lang="en-US" altLang="zh-CN" sz="2400"/>
              <a:t>37+47+30+38</a:t>
            </a:r>
            <a:r>
              <a:rPr lang="zh-CN" altLang="en-US" sz="2400"/>
              <a:t>）</a:t>
            </a:r>
            <a:endParaRPr lang="zh-CN" altLang="en-US" sz="2400"/>
          </a:p>
          <a:p>
            <a:pPr marL="342900" indent="-342900">
              <a:buFont typeface="Arial" panose="020B0604020202020204" pitchFamily="34" charset="0"/>
              <a:buChar char="•"/>
            </a:pPr>
            <a:r>
              <a:rPr lang="zh-CN" altLang="en-US" sz="2400"/>
              <a:t>平均错误次数：</a:t>
            </a:r>
            <a:r>
              <a:rPr lang="en-US" altLang="zh-CN" sz="2400"/>
              <a:t>7</a:t>
            </a:r>
            <a:r>
              <a:rPr lang="zh-CN" altLang="en-US" sz="2400"/>
              <a:t>次</a:t>
            </a:r>
            <a:endParaRPr lang="zh-CN" altLang="en-US" sz="2400"/>
          </a:p>
          <a:p>
            <a:pPr marL="342900" indent="-342900">
              <a:buFont typeface="Arial" panose="020B0604020202020204" pitchFamily="34" charset="0"/>
              <a:buChar char="•"/>
            </a:pPr>
            <a:r>
              <a:rPr lang="zh-CN" altLang="en-US" sz="2400"/>
              <a:t>平均点击次数：</a:t>
            </a:r>
            <a:r>
              <a:rPr lang="en-US" altLang="zh-CN" sz="2400"/>
              <a:t>55</a:t>
            </a:r>
            <a:r>
              <a:rPr lang="zh-CN" altLang="en-US" sz="2400"/>
              <a:t>次</a:t>
            </a:r>
            <a:endParaRPr lang="zh-CN" altLang="en-US" sz="2400"/>
          </a:p>
        </p:txBody>
      </p:sp>
      <p:sp>
        <p:nvSpPr>
          <p:cNvPr id="3" name="文本框 2"/>
          <p:cNvSpPr txBox="1"/>
          <p:nvPr/>
        </p:nvSpPr>
        <p:spPr>
          <a:xfrm>
            <a:off x="905510" y="2644775"/>
            <a:ext cx="9984740" cy="3046095"/>
          </a:xfrm>
          <a:prstGeom prst="rect">
            <a:avLst/>
          </a:prstGeom>
        </p:spPr>
        <p:txBody>
          <a:bodyPr wrap="square">
            <a:spAutoFit/>
          </a:bodyPr>
          <a:p>
            <a:r>
              <a:rPr lang="zh-CN" sz="2400" b="1"/>
              <a:t>结果分析：</a:t>
            </a:r>
            <a:br>
              <a:rPr lang="zh-CN" sz="2400" b="1"/>
            </a:br>
            <a:r>
              <a:rPr lang="en-US" altLang="zh-CN" sz="2400"/>
              <a:t>1. </a:t>
            </a:r>
            <a:r>
              <a:rPr lang="zh-CN" altLang="en-US" sz="2400"/>
              <a:t>超过</a:t>
            </a:r>
            <a:r>
              <a:rPr lang="en-US" altLang="zh-CN" sz="2400"/>
              <a:t>50%</a:t>
            </a:r>
            <a:r>
              <a:rPr lang="zh-CN" altLang="en-US" sz="2400"/>
              <a:t>的时间是用在对于</a:t>
            </a:r>
            <a:r>
              <a:rPr lang="en-US" altLang="zh-CN" sz="2400"/>
              <a:t>“</a:t>
            </a:r>
            <a:r>
              <a:rPr lang="zh-CN" altLang="en-US" sz="2400"/>
              <a:t>安静</a:t>
            </a:r>
            <a:r>
              <a:rPr lang="en-US" altLang="zh-CN" sz="2400"/>
              <a:t>”</a:t>
            </a:r>
            <a:r>
              <a:rPr lang="zh-CN" altLang="en-US" sz="2400"/>
              <a:t>条件的筛选上，该条件无法直接筛选，必须由用户逐个酒店查看点评，并对点评内容进行分析得出主观性的评判，点击数同样集中于次步骤</a:t>
            </a:r>
            <a:endParaRPr lang="zh-CN" altLang="en-US" sz="2400"/>
          </a:p>
          <a:p>
            <a:r>
              <a:rPr lang="en-US" altLang="zh-CN" sz="2400"/>
              <a:t>2. </a:t>
            </a:r>
            <a:r>
              <a:rPr lang="zh-CN" altLang="en-US" sz="2400"/>
              <a:t>主要错误点包括：</a:t>
            </a:r>
            <a:endParaRPr lang="zh-CN" altLang="en-US" sz="2400"/>
          </a:p>
          <a:p>
            <a:pPr indent="457200"/>
            <a:r>
              <a:rPr lang="en-US" altLang="zh-CN" sz="2400"/>
              <a:t>·</a:t>
            </a:r>
            <a:r>
              <a:rPr lang="zh-CN" altLang="en-US" sz="2400"/>
              <a:t>首页的搜索框不能用于酒店查找，易被错误使用</a:t>
            </a:r>
            <a:endParaRPr lang="zh-CN" altLang="en-US" sz="2400"/>
          </a:p>
          <a:p>
            <a:pPr indent="457200"/>
            <a:r>
              <a:rPr lang="en-US" altLang="zh-CN" sz="2400"/>
              <a:t>·</a:t>
            </a:r>
            <a:r>
              <a:rPr lang="zh-CN" altLang="en-US" sz="2400"/>
              <a:t>关于</a:t>
            </a:r>
            <a:r>
              <a:rPr lang="en-US" altLang="zh-CN" sz="2400"/>
              <a:t>“</a:t>
            </a:r>
            <a:r>
              <a:rPr lang="zh-CN" altLang="en-US" sz="2400"/>
              <a:t>安静</a:t>
            </a:r>
            <a:r>
              <a:rPr lang="en-US" altLang="zh-CN" sz="2400"/>
              <a:t>”</a:t>
            </a:r>
            <a:r>
              <a:rPr lang="zh-CN" altLang="en-US" sz="2400"/>
              <a:t>条件的评判，总是点击多次错误的酒店后才能找到满足条件的酒店</a:t>
            </a:r>
            <a:endParaRPr lang="en-US" altLang="zh-CN" sz="2400"/>
          </a:p>
        </p:txBody>
      </p:sp>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5" name="矩形 4"/>
          <p:cNvSpPr/>
          <p:nvPr/>
        </p:nvSpPr>
        <p:spPr>
          <a:xfrm>
            <a:off x="1376079" y="2180240"/>
            <a:ext cx="2260600" cy="2222199"/>
          </a:xfrm>
          <a:prstGeom prst="rect">
            <a:avLst/>
          </a:prstGeom>
          <a:noFill/>
          <a:extLst>
            <a:ext uri="{909E8E84-426E-40DD-AFC4-6F175D3DCCD1}">
              <a14:hiddenFill xmlns:a14="http://schemas.microsoft.com/office/drawing/2010/main">
                <a:solidFill>
                  <a:schemeClr val="accent2"/>
                </a:solidFill>
              </a14:hiddenFill>
            </a:ext>
          </a:extLst>
        </p:spPr>
        <p:txBody>
          <a:bodyPr wrap="square">
            <a:noAutofit/>
          </a:bodyPr>
          <a:lstStyle/>
          <a:p>
            <a:pPr lvl="0" algn="ctr" defTabSz="866775" fontAlgn="base">
              <a:lnSpc>
                <a:spcPct val="150000"/>
              </a:lnSpc>
              <a:spcBef>
                <a:spcPct val="0"/>
              </a:spcBef>
              <a:spcAft>
                <a:spcPct val="0"/>
              </a:spcAft>
              <a:defRPr/>
            </a:pPr>
            <a:endParaRPr lang="zh-CN" altLang="en-US" sz="1400" dirty="0">
              <a:solidFill>
                <a:schemeClr val="bg1">
                  <a:lumMod val="50000"/>
                </a:schemeClr>
              </a:solidFill>
              <a:latin typeface="汉仪君黑-45简" panose="020B0604020202020204" charset="-122"/>
              <a:ea typeface="汉仪君黑-45简" panose="020B0604020202020204" charset="-122"/>
              <a:sym typeface="+mn-ea"/>
            </a:endParaRPr>
          </a:p>
        </p:txBody>
      </p:sp>
      <p:grpSp>
        <p:nvGrpSpPr>
          <p:cNvPr id="6" name="组合 5"/>
          <p:cNvGrpSpPr/>
          <p:nvPr/>
        </p:nvGrpSpPr>
        <p:grpSpPr>
          <a:xfrm>
            <a:off x="2570061" y="550129"/>
            <a:ext cx="7019491" cy="583565"/>
            <a:chOff x="1949785" y="448308"/>
            <a:chExt cx="5265918" cy="437782"/>
          </a:xfrm>
        </p:grpSpPr>
        <p:sp>
          <p:nvSpPr>
            <p:cNvPr id="9" name="文本框 8"/>
            <p:cNvSpPr txBox="1"/>
            <p:nvPr/>
          </p:nvSpPr>
          <p:spPr>
            <a:xfrm>
              <a:off x="3369352" y="448308"/>
              <a:ext cx="262476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结论</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sp>
        <p:nvSpPr>
          <p:cNvPr id="3" name="文本框 2"/>
          <p:cNvSpPr txBox="1"/>
          <p:nvPr/>
        </p:nvSpPr>
        <p:spPr>
          <a:xfrm>
            <a:off x="905510" y="1133475"/>
            <a:ext cx="9984740" cy="4707890"/>
          </a:xfrm>
          <a:prstGeom prst="rect">
            <a:avLst/>
          </a:prstGeom>
        </p:spPr>
        <p:txBody>
          <a:bodyPr wrap="square">
            <a:spAutoFit/>
          </a:bodyPr>
          <a:p>
            <a:r>
              <a:rPr lang="zh-CN" sz="2000" b="1"/>
              <a:t>有效性：（任务完成率</a:t>
            </a:r>
            <a:r>
              <a:rPr lang="en-US" altLang="zh-CN" sz="2000" b="1"/>
              <a:t>87.5%</a:t>
            </a:r>
            <a:r>
              <a:rPr lang="zh-CN" altLang="en-US" sz="2000" b="1"/>
              <a:t>，基本完成</a:t>
            </a:r>
            <a:r>
              <a:rPr lang="zh-CN" sz="2000" b="1"/>
              <a:t>）</a:t>
            </a:r>
            <a:endParaRPr lang="zh-CN" sz="2000" b="1"/>
          </a:p>
          <a:p>
            <a:r>
              <a:rPr lang="zh-CN" sz="2000"/>
              <a:t>除</a:t>
            </a:r>
            <a:r>
              <a:rPr lang="en-US" altLang="zh-CN" sz="2000"/>
              <a:t>“</a:t>
            </a:r>
            <a:r>
              <a:rPr lang="zh-CN" altLang="en-US" sz="2000"/>
              <a:t>安静</a:t>
            </a:r>
            <a:r>
              <a:rPr lang="en-US" altLang="zh-CN" sz="2000"/>
              <a:t>”</a:t>
            </a:r>
            <a:r>
              <a:rPr lang="zh-CN" altLang="en-US" sz="2000"/>
              <a:t>条件外均可准确查到；</a:t>
            </a:r>
            <a:r>
              <a:rPr lang="en-US" altLang="zh-CN" sz="2000"/>
              <a:t>“</a:t>
            </a:r>
            <a:r>
              <a:rPr lang="zh-CN" altLang="en-US" sz="2000"/>
              <a:t>安静</a:t>
            </a:r>
            <a:r>
              <a:rPr lang="en-US" altLang="zh-CN" sz="2000"/>
              <a:t>”</a:t>
            </a:r>
            <a:r>
              <a:rPr lang="zh-CN" altLang="en-US" sz="2000"/>
              <a:t>条件无法准确筛选；酒店取消政策有详细说明；任务完成平均错误次数较高。</a:t>
            </a:r>
            <a:endParaRPr lang="zh-CN" altLang="en-US" sz="2000"/>
          </a:p>
          <a:p>
            <a:r>
              <a:rPr lang="zh-CN" altLang="en-US" sz="2000" b="1"/>
              <a:t>效率</a:t>
            </a:r>
            <a:r>
              <a:rPr lang="en-US" altLang="zh-CN" sz="2000" b="1"/>
              <a:t>:</a:t>
            </a:r>
            <a:r>
              <a:rPr lang="zh-CN" altLang="en-US" sz="2000" b="1"/>
              <a:t>（时长达标率</a:t>
            </a:r>
            <a:r>
              <a:rPr lang="en-US" altLang="zh-CN" sz="2000" b="1"/>
              <a:t>75%</a:t>
            </a:r>
            <a:r>
              <a:rPr lang="zh-CN" altLang="en-US" sz="2000" b="1"/>
              <a:t>）</a:t>
            </a:r>
            <a:endParaRPr lang="en-US" altLang="zh-CN" sz="2000" b="1"/>
          </a:p>
          <a:p>
            <a:r>
              <a:rPr lang="zh-CN" altLang="en-US" sz="2000"/>
              <a:t>四次流程有一次超过了</a:t>
            </a:r>
            <a:r>
              <a:rPr lang="en-US" altLang="zh-CN" sz="2000"/>
              <a:t>40</a:t>
            </a:r>
            <a:r>
              <a:rPr lang="zh-CN" altLang="en-US" sz="2000"/>
              <a:t>分钟</a:t>
            </a:r>
            <a:endParaRPr lang="zh-CN" altLang="en-US" sz="2000"/>
          </a:p>
          <a:p>
            <a:r>
              <a:rPr lang="zh-CN" altLang="en-US" sz="2000" b="1"/>
              <a:t>满意度：</a:t>
            </a:r>
            <a:endParaRPr lang="zh-CN" altLang="en-US" sz="2000" b="1"/>
          </a:p>
          <a:p>
            <a:r>
              <a:rPr lang="zh-CN" altLang="en-US" sz="2000"/>
              <a:t>对于</a:t>
            </a:r>
            <a:r>
              <a:rPr lang="en-US" altLang="zh-CN" sz="2000"/>
              <a:t>“</a:t>
            </a:r>
            <a:r>
              <a:rPr lang="zh-CN" altLang="en-US" sz="2000"/>
              <a:t>安静</a:t>
            </a:r>
            <a:r>
              <a:rPr lang="en-US" altLang="zh-CN" sz="2000"/>
              <a:t>”</a:t>
            </a:r>
            <a:r>
              <a:rPr lang="zh-CN" altLang="en-US" sz="2000"/>
              <a:t>条件筛选不满意；对于取消政策详情较满意；对于无法直接进行距离筛选不满意；对于使用过程中需要登录不满意；对付款过程较满意</a:t>
            </a:r>
            <a:endParaRPr lang="zh-CN" altLang="en-US" sz="2000"/>
          </a:p>
          <a:p>
            <a:r>
              <a:rPr lang="zh-CN" altLang="en-US" sz="2000" b="1"/>
              <a:t>易学性：（用户第一次使用时的误操作次数</a:t>
            </a:r>
            <a:r>
              <a:rPr lang="en-US" altLang="zh-CN" sz="2000" b="1"/>
              <a:t>&lt;=1</a:t>
            </a:r>
            <a:r>
              <a:rPr lang="zh-CN" altLang="en-US" sz="2000" b="1"/>
              <a:t>次）</a:t>
            </a:r>
            <a:endParaRPr lang="zh-CN" altLang="en-US" sz="2000" b="1"/>
          </a:p>
          <a:p>
            <a:r>
              <a:rPr lang="zh-CN" altLang="en-US" sz="2000"/>
              <a:t>用户首页搜索框，为综合性查找无法准确查找酒店，易导致新用户时错误使用；提供地图和具体距离数字易于理解</a:t>
            </a:r>
            <a:endParaRPr lang="zh-CN" altLang="en-US" sz="2000"/>
          </a:p>
          <a:p>
            <a:r>
              <a:rPr lang="zh-CN" altLang="en-US" sz="2000" b="1" dirty="0">
                <a:sym typeface="+mn-ea"/>
              </a:rPr>
              <a:t>实用性：</a:t>
            </a:r>
            <a:endParaRPr lang="zh-CN" altLang="en-US" sz="2000" b="1" dirty="0">
              <a:sym typeface="+mn-ea"/>
            </a:endParaRPr>
          </a:p>
          <a:p>
            <a:pPr algn="l">
              <a:buClrTx/>
              <a:buSzTx/>
              <a:buFontTx/>
            </a:pPr>
            <a:r>
              <a:rPr lang="zh-CN" altLang="en-US" sz="2000"/>
              <a:t>本用例中只用到了高级筛选功能中的一项--早餐功能，其他高级筛选功能均未用到</a:t>
            </a:r>
            <a:endParaRPr lang="zh-CN" altLang="en-US" sz="2000"/>
          </a:p>
          <a:p>
            <a:pPr algn="l">
              <a:buClrTx/>
              <a:buSzTx/>
              <a:buFontTx/>
            </a:pPr>
            <a:r>
              <a:rPr lang="zh-CN" altLang="en-US" sz="2000" b="1" dirty="0"/>
              <a:t>安全性：</a:t>
            </a:r>
            <a:endParaRPr lang="zh-CN" altLang="en-US" sz="2000" b="1" dirty="0"/>
          </a:p>
          <a:p>
            <a:pPr algn="l">
              <a:buClrTx/>
              <a:buSzTx/>
              <a:buFontTx/>
            </a:pPr>
            <a:r>
              <a:rPr lang="zh-CN" altLang="zh-CN" sz="2000" dirty="0">
                <a:sym typeface="+mn-ea"/>
              </a:rPr>
              <a:t>输入支付信息及确认订单环节无误触导致的误操作，不易发生误操作；</a:t>
            </a:r>
            <a:endParaRPr lang="zh-CN" altLang="en-US" sz="2000"/>
          </a:p>
        </p:txBody>
      </p:sp>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同济大学-logo-512px"/>
          <p:cNvPicPr>
            <a:picLocks noChangeAspect="1"/>
          </p:cNvPicPr>
          <p:nvPr/>
        </p:nvPicPr>
        <p:blipFill>
          <a:blip r:embed="rId1"/>
          <a:stretch>
            <a:fillRect/>
          </a:stretch>
        </p:blipFill>
        <p:spPr>
          <a:xfrm>
            <a:off x="10607040" y="267970"/>
            <a:ext cx="965200" cy="965200"/>
          </a:xfrm>
          <a:prstGeom prst="rect">
            <a:avLst/>
          </a:prstGeom>
        </p:spPr>
      </p:pic>
      <p:sp>
        <p:nvSpPr>
          <p:cNvPr id="5" name="矩形 4"/>
          <p:cNvSpPr/>
          <p:nvPr/>
        </p:nvSpPr>
        <p:spPr>
          <a:xfrm>
            <a:off x="1376079" y="2180240"/>
            <a:ext cx="2260600" cy="2222199"/>
          </a:xfrm>
          <a:prstGeom prst="rect">
            <a:avLst/>
          </a:prstGeom>
          <a:noFill/>
          <a:extLst>
            <a:ext uri="{909E8E84-426E-40DD-AFC4-6F175D3DCCD1}">
              <a14:hiddenFill xmlns:a14="http://schemas.microsoft.com/office/drawing/2010/main">
                <a:solidFill>
                  <a:schemeClr val="accent2"/>
                </a:solidFill>
              </a14:hiddenFill>
            </a:ext>
          </a:extLst>
        </p:spPr>
        <p:txBody>
          <a:bodyPr wrap="square">
            <a:noAutofit/>
          </a:bodyPr>
          <a:lstStyle/>
          <a:p>
            <a:pPr lvl="0" algn="ctr" defTabSz="866775" fontAlgn="base">
              <a:lnSpc>
                <a:spcPct val="150000"/>
              </a:lnSpc>
              <a:spcBef>
                <a:spcPct val="0"/>
              </a:spcBef>
              <a:spcAft>
                <a:spcPct val="0"/>
              </a:spcAft>
              <a:defRPr/>
            </a:pPr>
            <a:endParaRPr lang="zh-CN" altLang="en-US" sz="1400" dirty="0">
              <a:solidFill>
                <a:schemeClr val="bg1">
                  <a:lumMod val="50000"/>
                </a:schemeClr>
              </a:solidFill>
              <a:latin typeface="汉仪君黑-45简" panose="020B0604020202020204" charset="-122"/>
              <a:ea typeface="汉仪君黑-45简" panose="020B0604020202020204" charset="-122"/>
              <a:sym typeface="+mn-ea"/>
            </a:endParaRPr>
          </a:p>
        </p:txBody>
      </p:sp>
      <p:grpSp>
        <p:nvGrpSpPr>
          <p:cNvPr id="6" name="组合 5"/>
          <p:cNvGrpSpPr/>
          <p:nvPr/>
        </p:nvGrpSpPr>
        <p:grpSpPr>
          <a:xfrm>
            <a:off x="2570061" y="550129"/>
            <a:ext cx="7019491" cy="583565"/>
            <a:chOff x="1949785" y="448308"/>
            <a:chExt cx="5265918" cy="437782"/>
          </a:xfrm>
        </p:grpSpPr>
        <p:sp>
          <p:nvSpPr>
            <p:cNvPr id="9" name="文本框 8"/>
            <p:cNvSpPr txBox="1"/>
            <p:nvPr/>
          </p:nvSpPr>
          <p:spPr>
            <a:xfrm>
              <a:off x="3369352" y="448308"/>
              <a:ext cx="2624764" cy="437782"/>
            </a:xfrm>
            <a:prstGeom prst="rect">
              <a:avLst/>
            </a:prstGeom>
            <a:noFill/>
          </p:spPr>
          <p:txBody>
            <a:bodyPr wrap="square" rtlCol="0">
              <a:spAutoFit/>
            </a:bodyPr>
            <a:lstStyle>
              <a:defPPr>
                <a:defRPr lang="zh-CN"/>
              </a:defPPr>
              <a:lvl1pPr algn="ctr">
                <a:defRPr kumimoji="1" sz="2400" b="1">
                  <a:solidFill>
                    <a:schemeClr val="tx1">
                      <a:lumMod val="75000"/>
                      <a:lumOff val="25000"/>
                    </a:schemeClr>
                  </a:solidFill>
                  <a:latin typeface="微软雅黑" panose="020B0503020204020204" charset="-122"/>
                  <a:ea typeface="微软雅黑" panose="020B0503020204020204" charset="-122"/>
                  <a:cs typeface="+mn-ea"/>
                </a:defRPr>
              </a:lvl1pPr>
            </a:lstStyle>
            <a:p>
              <a:r>
                <a:rPr lang="zh-CN" altLang="en-US" sz="3200" dirty="0">
                  <a:sym typeface="+mn-lt"/>
                </a:rPr>
                <a:t>改进建议</a:t>
              </a:r>
              <a:endParaRPr lang="zh-CN" altLang="en-US" sz="3200" dirty="0">
                <a:sym typeface="+mn-lt"/>
              </a:endParaRPr>
            </a:p>
          </p:txBody>
        </p:sp>
        <p:sp>
          <p:nvSpPr>
            <p:cNvPr id="38" name="矩形 37"/>
            <p:cNvSpPr/>
            <p:nvPr/>
          </p:nvSpPr>
          <p:spPr>
            <a:xfrm>
              <a:off x="1949785"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sp>
          <p:nvSpPr>
            <p:cNvPr id="39" name="矩形 38"/>
            <p:cNvSpPr/>
            <p:nvPr/>
          </p:nvSpPr>
          <p:spPr>
            <a:xfrm>
              <a:off x="5955563" y="664198"/>
              <a:ext cx="1260140" cy="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charset="-122"/>
                <a:ea typeface="微软雅黑" panose="020B0503020204020204" charset="-122"/>
              </a:endParaRPr>
            </a:p>
          </p:txBody>
        </p:sp>
      </p:grpSp>
      <p:sp>
        <p:nvSpPr>
          <p:cNvPr id="3" name="文本框 2"/>
          <p:cNvSpPr txBox="1"/>
          <p:nvPr/>
        </p:nvSpPr>
        <p:spPr>
          <a:xfrm>
            <a:off x="905510" y="1133475"/>
            <a:ext cx="9984740" cy="3415030"/>
          </a:xfrm>
          <a:prstGeom prst="rect">
            <a:avLst/>
          </a:prstGeom>
        </p:spPr>
        <p:txBody>
          <a:bodyPr wrap="square">
            <a:spAutoFit/>
          </a:bodyPr>
          <a:p>
            <a:pPr marL="457200" indent="0" fontAlgn="auto">
              <a:lnSpc>
                <a:spcPct val="150000"/>
              </a:lnSpc>
              <a:buAutoNum type="arabicPeriod"/>
            </a:pPr>
            <a:r>
              <a:rPr lang="zh-CN" altLang="en-US" sz="2400"/>
              <a:t>添加点评搜索功能，方便对于</a:t>
            </a:r>
            <a:r>
              <a:rPr lang="en-US" altLang="zh-CN" sz="2400"/>
              <a:t>“</a:t>
            </a:r>
            <a:r>
              <a:rPr lang="zh-CN" altLang="en-US" sz="2400"/>
              <a:t>安静</a:t>
            </a:r>
            <a:r>
              <a:rPr lang="en-US" altLang="zh-CN" sz="2400"/>
              <a:t>”</a:t>
            </a:r>
            <a:r>
              <a:rPr lang="zh-CN" altLang="en-US" sz="2400"/>
              <a:t>等需要依据点评进行主观判断的条件进行筛选</a:t>
            </a:r>
            <a:endParaRPr lang="zh-CN" altLang="en-US" sz="2400"/>
          </a:p>
          <a:p>
            <a:pPr marL="457200" indent="0" fontAlgn="auto">
              <a:lnSpc>
                <a:spcPct val="150000"/>
              </a:lnSpc>
              <a:buAutoNum type="arabicPeriod"/>
            </a:pPr>
            <a:r>
              <a:rPr lang="zh-CN" altLang="en-US" sz="2400"/>
              <a:t>添加可以自定义距离区间来进行筛选的功能</a:t>
            </a:r>
            <a:endParaRPr lang="zh-CN" altLang="en-US" sz="2400"/>
          </a:p>
          <a:p>
            <a:pPr marL="457200" indent="0" fontAlgn="auto">
              <a:lnSpc>
                <a:spcPct val="150000"/>
              </a:lnSpc>
              <a:buAutoNum type="arabicPeriod"/>
            </a:pPr>
            <a:r>
              <a:rPr lang="zh-CN" altLang="en-US" sz="2400"/>
              <a:t>删除点击搜索后跳出的登录流程</a:t>
            </a:r>
            <a:endParaRPr lang="zh-CN" altLang="en-US" sz="2400"/>
          </a:p>
          <a:p>
            <a:pPr marL="457200" indent="0" fontAlgn="auto">
              <a:lnSpc>
                <a:spcPct val="150000"/>
              </a:lnSpc>
              <a:buAutoNum type="arabicPeriod"/>
            </a:pPr>
            <a:r>
              <a:rPr lang="zh-CN" altLang="en-US" sz="2400"/>
              <a:t>很多高级筛选功能在本用例中未体现，可考虑是否有必要性，例如：点评数量</a:t>
            </a:r>
            <a:endParaRPr lang="zh-CN" altLang="en-US" sz="2400"/>
          </a:p>
        </p:txBody>
      </p:sp>
    </p:spTree>
    <p:custDataLst>
      <p:tags r:id="rId2"/>
    </p:custDataLst>
  </p:cSld>
  <p:clrMapOvr>
    <a:masterClrMapping/>
  </p:clrMapOvr>
</p:sld>
</file>

<file path=ppt/tags/tag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Lst>
</file>

<file path=ppt/tags/tag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Lst>
</file>

<file path=ppt/tags/tag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UNIT_CONTENT_GROUP_TYPE" val="contentchip"/>
</p:tagLst>
</file>

<file path=ppt/tags/tag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UNIT_CONTENT_GROUP_TYPE" val="contentchip"/>
</p:tagLst>
</file>

<file path=ppt/tags/tag5.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7.xml><?xml version="1.0" encoding="utf-8"?>
<p:tagLst xmlns:p="http://schemas.openxmlformats.org/presentationml/2006/main">
  <p:tag name="KSO_WM_UNIT_ISCONTENTSTITLE" val="0"/>
  <p:tag name="KSO_WM_UNIT_ISNUMDGMTITLE" val="0"/>
  <p:tag name="KSO_WM_UNIT_PRESET_TEXT" val="汇报人：稻小壳"/>
  <p:tag name="KSO_WM_UNIT_NOCLEAR" val="0"/>
  <p:tag name="KSO_WM_UNIT_VALUE" val="11"/>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SUBTYPE" val="b"/>
</p:tagLst>
</file>

<file path=ppt/tags/tag8.xml><?xml version="1.0" encoding="utf-8"?>
<p:tagLst xmlns:p="http://schemas.openxmlformats.org/presentationml/2006/main">
  <p:tag name="KSO_WM_UNIT_ISCONTENTSTITLE" val="0"/>
  <p:tag name="KSO_WM_UNIT_ISNUMDGMTITLE" val="0"/>
  <p:tag name="KSO_WM_UNIT_PRESET_TEXT" val="WPS,a click to unlimited possibilitie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TEXT_FILL_FORE_SCHEMECOLOR_INDEX_BRIGHTNESS" val="0"/>
  <p:tag name="KSO_WM_UNIT_TEXT_FILL_FORE_SCHEMECOLOR_INDEX" val="6"/>
  <p:tag name="KSO_WM_UNIT_TEXT_FILL_TYPE" val="1"/>
  <p:tag name="KSO_WM_UNIT_CONTENT_GROUP_TYPE" val="contentchip"/>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7.xml><?xml version="1.0" encoding="utf-8"?>
<p:tagLst xmlns:p="http://schemas.openxmlformats.org/presentationml/2006/main">
  <p:tag name="KSO_WM_UNIT_ISCONTENTSTITLE" val="1"/>
  <p:tag name="KSO_WM_UNIT_ISNUMDGMTITLE" val="0"/>
  <p:tag name="KSO_WM_UNIT_PRESET_TEXT" val="CONTENT"/>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2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23.xml><?xml version="1.0" encoding="utf-8"?>
<p:tagLst xmlns:p="http://schemas.openxmlformats.org/presentationml/2006/main">
  <p:tag name="KSO_WM_UNIT_PRESET_TEXT" val="PART-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2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 name="KSO_WM_UNIT_PRESET_TEXT" val="添加章节标题"/>
</p:tagLst>
</file>

<file path=ppt/tags/tag2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UNIT_TYPE" val="i"/>
  <p:tag name="KSO_WM_UNIT_INDEX" val="4"/>
  <p:tag name="KSO_WM_UNIT_CONTENT_GROUP_TYPE" val="contentchip"/>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3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 name="KSO_WM_UNIT_PRESET_TEXT" val="单击此处添加标题"/>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PRESET_TEXT" val="单击此处添加标题"/>
</p:tagLst>
</file>

<file path=ppt/tags/tag3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3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PRESET_TEXT" val="单击此处添加标题"/>
</p:tagLst>
</file>

<file path=ppt/tags/tag3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 name="KSO_WM_UNIT_PRESET_TEXT" val="单击此处添加标题"/>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 name="KSO_WM_UNIT_PRESET_TEXT" val="单击此处添加标题"/>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 name="KSO_WM_UNIT_PRESET_TEXT" val="单击此处添加副标题"/>
</p:tagLst>
</file>

<file path=ppt/tags/tag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 name="KSO_WM_UNIT_PRESET_TEXT" val="单击此处添加标题"/>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6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6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TYPE" val="i"/>
  <p:tag name="KSO_WM_UNIT_INDEX" val="4"/>
  <p:tag name="KSO_WM_UNIT_CONTENT_GROUP_TYPE" val="contentchip"/>
</p:tagLst>
</file>

<file path=ppt/tags/tag62.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63.xml><?xml version="1.0" encoding="utf-8"?>
<p:tagLst xmlns:p="http://schemas.openxmlformats.org/presentationml/2006/main">
  <p:tag name="KSO_WM_UNIT_ISCONTENTSTITLE" val="0"/>
  <p:tag name="KSO_WM_UNIT_ISNUMDGMTITLE" val="0"/>
  <p:tag name="KSO_WM_UNIT_PRESET_TEXT" val="汇报人：稻小壳"/>
  <p:tag name="KSO_WM_UNIT_NOCLEAR" val="0"/>
  <p:tag name="KSO_WM_UNIT_VALUE" val="11"/>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SUBTYPE" val="b"/>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UNIT_CONTENT_GROUP_TYPE" val="contentchip"/>
</p:tagLst>
</file>

<file path=ppt/tags/tag6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Lst>
</file>

<file path=ppt/tags/tag6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259"/>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259"/>
</p:tagLst>
</file>

<file path=ppt/tags/tag75.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59"/>
  <p:tag name="KSO_WM_SPECIAL_SOURCE" val="bdnull"/>
  <p:tag name="KSO_WM_TEMPLATE_THUMBS_INDEX" val="1、9"/>
</p:tagLst>
</file>

<file path=ppt/tags/tag7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Lst>
</file>

<file path=ppt/tags/tag7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Lst>
</file>

<file path=ppt/tags/tag7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UNIT_CONTENT_GROUP_TYPE" val="contentchip"/>
</p:tagLst>
</file>

<file path=ppt/tags/tag7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UNIT_CONTENT_GROUP_TYPE" val="contentchip"/>
</p:tagLst>
</file>

<file path=ppt/tags/tag80.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82.xml><?xml version="1.0" encoding="utf-8"?>
<p:tagLst xmlns:p="http://schemas.openxmlformats.org/presentationml/2006/main">
  <p:tag name="KSO_WM_UNIT_ISCONTENTSTITLE" val="0"/>
  <p:tag name="KSO_WM_UNIT_ISNUMDGMTITLE" val="0"/>
  <p:tag name="KSO_WM_UNIT_PRESET_TEXT" val="汇报人：稻小壳"/>
  <p:tag name="KSO_WM_UNIT_NOCLEAR" val="0"/>
  <p:tag name="KSO_WM_UNIT_VALUE" val="11"/>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SUBTYPE" val="b"/>
</p:tagLst>
</file>

<file path=ppt/tags/tag83.xml><?xml version="1.0" encoding="utf-8"?>
<p:tagLst xmlns:p="http://schemas.openxmlformats.org/presentationml/2006/main">
  <p:tag name="KSO_WM_UNIT_ISCONTENTSTITLE" val="0"/>
  <p:tag name="KSO_WM_UNIT_ISNUMDGMTITLE" val="0"/>
  <p:tag name="KSO_WM_UNIT_PRESET_TEXT" val="WPS,a click to unlimited possibilitie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TEXT_FILL_FORE_SCHEMECOLOR_INDEX_BRIGHTNESS" val="0"/>
  <p:tag name="KSO_WM_UNIT_TEXT_FILL_FORE_SCHEMECOLOR_INDEX" val="6"/>
  <p:tag name="KSO_WM_UNIT_TEXT_FILL_TYPE" val="1"/>
  <p:tag name="KSO_WM_UNIT_CONTENT_GROUP_TYPE" val="contentchip"/>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8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2.xml><?xml version="1.0" encoding="utf-8"?>
<p:tagLst xmlns:p="http://schemas.openxmlformats.org/presentationml/2006/main">
  <p:tag name="KSO_WM_UNIT_ISCONTENTSTITLE" val="1"/>
  <p:tag name="KSO_WM_UNIT_ISNUMDGMTITLE" val="0"/>
  <p:tag name="KSO_WM_UNIT_PRESET_TEXT" val="CONTENT"/>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9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9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98.xml><?xml version="1.0" encoding="utf-8"?>
<p:tagLst xmlns:p="http://schemas.openxmlformats.org/presentationml/2006/main">
  <p:tag name="KSO_WM_UNIT_PRESET_TEXT" val="PART-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9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 name="KSO_WM_UNIT_PRESET_TEXT" val="添加章节标题"/>
</p:tagLst>
</file>

<file path=ppt/tags/tag10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UNIT_TYPE" val="i"/>
  <p:tag name="KSO_WM_UNIT_INDEX" val="4"/>
  <p:tag name="KSO_WM_UNIT_CONTENT_GROUP_TYPE" val="contentchip"/>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10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1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 name="KSO_WM_UNIT_PRESET_TEXT" val="单击此处添加标题"/>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1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1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PRESET_TEXT" val="单击此处添加标题"/>
</p:tagLst>
</file>

<file path=ppt/tags/tag1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1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PRESET_TEXT" val="单击此处添加标题"/>
</p:tagLst>
</file>

<file path=ppt/tags/tag11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 name="KSO_WM_UNIT_PRESET_TEXT" val="单击此处添加标题"/>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 name="KSO_WM_UNIT_PRESET_TEXT" val="单击此处添加标题"/>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29.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 name="KSO_WM_UNIT_PRESET_TEXT" val="单击此处添加副标题"/>
</p:tagLst>
</file>

<file path=ppt/tags/tag13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 name="KSO_WM_UNIT_PRESET_TEXT" val="单击此处添加标题"/>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3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13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13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TYPE" val="i"/>
  <p:tag name="KSO_WM_UNIT_INDEX" val="4"/>
  <p:tag name="KSO_WM_UNIT_CONTENT_GROUP_TYPE" val="contentchip"/>
</p:tagLst>
</file>

<file path=ppt/tags/tag137.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138.xml><?xml version="1.0" encoding="utf-8"?>
<p:tagLst xmlns:p="http://schemas.openxmlformats.org/presentationml/2006/main">
  <p:tag name="KSO_WM_UNIT_ISCONTENTSTITLE" val="0"/>
  <p:tag name="KSO_WM_UNIT_ISNUMDGMTITLE" val="0"/>
  <p:tag name="KSO_WM_UNIT_PRESET_TEXT" val="汇报人：稻小壳"/>
  <p:tag name="KSO_WM_UNIT_NOCLEAR" val="0"/>
  <p:tag name="KSO_WM_UNIT_VALUE" val="11"/>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SUBTYPE" val="b"/>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4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UNIT_CONTENT_GROUP_TYPE" val="contentchip"/>
</p:tagLst>
</file>

<file path=ppt/tags/tag14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Lst>
</file>

<file path=ppt/tags/tag14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259"/>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259"/>
</p:tagLst>
</file>

<file path=ppt/tags/tag15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59"/>
  <p:tag name="KSO_WM_SPECIAL_SOURCE" val="bdnull"/>
  <p:tag name="KSO_WM_TEMPLATE_THUMBS_INDEX" val="1、9"/>
</p:tagLst>
</file>

<file path=ppt/tags/tag15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Lst>
</file>

<file path=ppt/tags/tag15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Lst>
</file>

<file path=ppt/tags/tag15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UNIT_CONTENT_GROUP_TYPE" val="contentchip"/>
</p:tagLst>
</file>

<file path=ppt/tags/tag15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UNIT_CONTENT_GROUP_TYPE" val="contentchip"/>
</p:tagLst>
</file>

<file path=ppt/tags/tag155.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15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157.xml><?xml version="1.0" encoding="utf-8"?>
<p:tagLst xmlns:p="http://schemas.openxmlformats.org/presentationml/2006/main">
  <p:tag name="KSO_WM_UNIT_ISCONTENTSTITLE" val="0"/>
  <p:tag name="KSO_WM_UNIT_ISNUMDGMTITLE" val="0"/>
  <p:tag name="KSO_WM_UNIT_PRESET_TEXT" val="汇报人：稻小壳"/>
  <p:tag name="KSO_WM_UNIT_NOCLEAR" val="0"/>
  <p:tag name="KSO_WM_UNIT_VALUE" val="11"/>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SUBTYPE" val="b"/>
</p:tagLst>
</file>

<file path=ppt/tags/tag158.xml><?xml version="1.0" encoding="utf-8"?>
<p:tagLst xmlns:p="http://schemas.openxmlformats.org/presentationml/2006/main">
  <p:tag name="KSO_WM_UNIT_ISCONTENTSTITLE" val="0"/>
  <p:tag name="KSO_WM_UNIT_ISNUMDGMTITLE" val="0"/>
  <p:tag name="KSO_WM_UNIT_PRESET_TEXT" val="WPS,a click to unlimited possibilitie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TEXT_FILL_FORE_SCHEMECOLOR_INDEX_BRIGHTNESS" val="0"/>
  <p:tag name="KSO_WM_UNIT_TEXT_FILL_FORE_SCHEMECOLOR_INDEX" val="6"/>
  <p:tag name="KSO_WM_UNIT_TEXT_FILL_TYPE" val="1"/>
  <p:tag name="KSO_WM_UNIT_CONTENT_GROUP_TYPE" val="contentchip"/>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7.xml><?xml version="1.0" encoding="utf-8"?>
<p:tagLst xmlns:p="http://schemas.openxmlformats.org/presentationml/2006/main">
  <p:tag name="KSO_WM_UNIT_ISCONTENTSTITLE" val="1"/>
  <p:tag name="KSO_WM_UNIT_ISNUMDGMTITLE" val="0"/>
  <p:tag name="KSO_WM_UNIT_PRESET_TEXT" val="CONTENT"/>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17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173.xml><?xml version="1.0" encoding="utf-8"?>
<p:tagLst xmlns:p="http://schemas.openxmlformats.org/presentationml/2006/main">
  <p:tag name="KSO_WM_UNIT_PRESET_TEXT" val="PART-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17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 name="KSO_WM_UNIT_PRESET_TEXT" val="添加章节标题"/>
</p:tagLst>
</file>

<file path=ppt/tags/tag17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UNIT_TYPE" val="i"/>
  <p:tag name="KSO_WM_UNIT_INDEX" val="4"/>
  <p:tag name="KSO_WM_UNIT_CONTENT_GROUP_TYPE" val="contentchip"/>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7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18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18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 name="KSO_WM_UNIT_PRESET_TEXT" val="单击此处添加标题"/>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8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18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PRESET_TEXT" val="单击此处添加标题"/>
</p:tagLst>
</file>

<file path=ppt/tags/tag1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18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PRESET_TEXT" val="单击此处添加标题"/>
</p:tagLst>
</file>

<file path=ppt/tags/tag18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 name="KSO_WM_UNIT_PRESET_TEXT" val="单击此处添加标题"/>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9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 name="KSO_WM_UNIT_PRESET_TEXT" val="单击此处添加标题"/>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0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04.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 name="KSO_WM_UNIT_PRESET_TEXT" val="单击此处添加副标题"/>
</p:tagLst>
</file>

<file path=ppt/tags/tag20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 name="KSO_WM_UNIT_PRESET_TEXT" val="单击此处添加标题"/>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0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2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2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TYPE" val="i"/>
  <p:tag name="KSO_WM_UNIT_INDEX" val="4"/>
  <p:tag name="KSO_WM_UNIT_CONTENT_GROUP_TYPE" val="contentchip"/>
</p:tagLst>
</file>

<file path=ppt/tags/tag212.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213.xml><?xml version="1.0" encoding="utf-8"?>
<p:tagLst xmlns:p="http://schemas.openxmlformats.org/presentationml/2006/main">
  <p:tag name="KSO_WM_UNIT_ISCONTENTSTITLE" val="0"/>
  <p:tag name="KSO_WM_UNIT_ISNUMDGMTITLE" val="0"/>
  <p:tag name="KSO_WM_UNIT_PRESET_TEXT" val="汇报人：稻小壳"/>
  <p:tag name="KSO_WM_UNIT_NOCLEAR" val="0"/>
  <p:tag name="KSO_WM_UNIT_VALUE" val="11"/>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SUBTYPE" val="b"/>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1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UNIT_CONTENT_GROUP_TYPE" val="contentchip"/>
</p:tagLst>
</file>

<file path=ppt/tags/tag21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Lst>
</file>

<file path=ppt/tags/tag21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259"/>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259"/>
</p:tagLst>
</file>

<file path=ppt/tags/tag225.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59"/>
  <p:tag name="KSO_WM_SPECIAL_SOURCE" val="bdnull"/>
  <p:tag name="KSO_WM_TEMPLATE_THUMBS_INDEX" val="1、9"/>
</p:tagLst>
</file>

<file path=ppt/tags/tag2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59_1*a*1"/>
  <p:tag name="KSO_WM_TEMPLATE_CATEGORY" val="custom"/>
  <p:tag name="KSO_WM_TEMPLATE_INDEX" val="20230259"/>
  <p:tag name="KSO_WM_UNIT_LAYERLEVEL" val="1"/>
  <p:tag name="KSO_WM_TAG_VERSION" val="3.0"/>
  <p:tag name="KSO_WM_BEAUTIFY_FLAG" val="#wm#"/>
  <p:tag name="KSO_WM_UNIT_CONTENT_GROUP_TYPE" val="contentchip"/>
  <p:tag name="KSO_WM_UNIT_TEXT_TYPE" val="1"/>
  <p:tag name="KSO_WM_UNIT_PRESET_TEXT" val="单击添加文档标题"/>
</p:tagLst>
</file>

<file path=ppt/tags/tag227.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f"/>
  <p:tag name="KSO_WM_UNIT_INDEX" val="1"/>
  <p:tag name="KSO_WM_UNIT_ID" val="custom20230259_1*f*1"/>
  <p:tag name="KSO_WM_TEMPLATE_CATEGORY" val="custom"/>
  <p:tag name="KSO_WM_TEMPLATE_INDEX" val="20230259"/>
  <p:tag name="KSO_WM_UNIT_LAYERLEVEL" val="1"/>
  <p:tag name="KSO_WM_TAG_VERSION" val="3.0"/>
  <p:tag name="KSO_WM_BEAUTIFY_FLAG" val="#wm#"/>
  <p:tag name="KSO_WM_UNIT_SUBTYPE" val="b"/>
</p:tagLst>
</file>

<file path=ppt/tags/tag228.xml><?xml version="1.0" encoding="utf-8"?>
<p:tagLst xmlns:p="http://schemas.openxmlformats.org/presentationml/2006/main">
  <p:tag name="KSO_WM_SLIDE_ID" val="custom20230259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259"/>
  <p:tag name="KSO_WM_SLIDE_TYPE" val="title"/>
  <p:tag name="KSO_WM_SLIDE_SUBTYPE" val="pureTxt"/>
  <p:tag name="KSO_WM_SLIDE_LAYOUT" val="a_b_f"/>
  <p:tag name="KSO_WM_SLIDE_LAYOUT_CNT" val="1_1_1"/>
  <p:tag name="KSO_WM_SPECIAL_SOURCE" val="bdnull"/>
  <p:tag name="KSO_WM_TEMPLATE_THUMBS_INDEX" val="1、9"/>
  <p:tag name="KSO_WM_SLIDE_CONTENT_AREA" val="{&quot;left&quot;:&quot;115.4&quot;,&quot;top&quot;:&quot;72.4&quot;,&quot;width&quot;:&quot;732.2&quot;,&quot;height&quot;:&quot;358&quot;}"/>
</p:tagLst>
</file>

<file path=ppt/tags/tag229.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59_4*a*1"/>
  <p:tag name="KSO_WM_TEMPLATE_CATEGORY" val="custom"/>
  <p:tag name="KSO_WM_TEMPLATE_INDEX" val="20230259"/>
  <p:tag name="KSO_WM_UNIT_LAYERLEVEL" val="1"/>
  <p:tag name="KSO_WM_TAG_VERSION" val="3.0"/>
  <p:tag name="KSO_WM_BEAUTIFY_FLAG" val="#wm#"/>
  <p:tag name="KSO_WM_DIAGRAM_GROUP_CODE" val="l1-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259_4*l_h_i*1_1_1"/>
  <p:tag name="KSO_WM_TEMPLATE_CATEGORY" val="custom"/>
  <p:tag name="KSO_WM_TEMPLATE_INDEX" val="20230259"/>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279.75000000000006,&quot;left&quot;:16.05,&quot;top&quot;:180.44999999999996,&quot;width&quot;:921}"/>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259"/>
  <p:tag name="KSO_WM_UNIT_LAYERLEVEL" val="1_1_1"/>
  <p:tag name="KSO_WM_TAG_VERSION" val="3.0"/>
  <p:tag name="KSO_WM_BEAUTIFY_FLAG" val="#wm#"/>
  <p:tag name="KSO_WM_DIAGRAM_GROUP_CODE" val="l1-1"/>
  <p:tag name="KSO_WM_UNIT_TYPE" val="l_h_f"/>
  <p:tag name="KSO_WM_UNIT_ID" val="custom20230259_4*l_h_f*1_1_1"/>
  <p:tag name="KSO_WM_DIAGRAM_VERSION" val="3"/>
  <p:tag name="KSO_WM_DIAGRAM_MAX_ITEMCNT" val="6"/>
  <p:tag name="KSO_WM_DIAGRAM_MIN_ITEMCNT" val="2"/>
  <p:tag name="KSO_WM_DIAGRAM_VIRTUALLY_FRAME" val="{&quot;height&quot;:279.75000000000006,&quot;left&quot;:16.05,&quot;top&quot;:180.44999999999996,&quot;width&quot;:921}"/>
  <p:tag name="KSO_WM_DIAGRAM_COLOR_TRICK" val="1"/>
  <p:tag name="KSO_WM_DIAGRAM_COLOR_TEXT_CAN_REMOVE" val="n"/>
  <p:tag name="KSO_WM_UNIT_SUBTYPE" val="a"/>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目录标题"/>
</p:tagLst>
</file>

<file path=ppt/tags/tag2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259_4*l_h_i*1_1_2"/>
  <p:tag name="KSO_WM_TEMPLATE_CATEGORY" val="custom"/>
  <p:tag name="KSO_WM_TEMPLATE_INDEX" val="20230259"/>
  <p:tag name="KSO_WM_UNIT_LAYERLEVEL" val="1_1_1"/>
  <p:tag name="KSO_WM_TAG_VERSION" val="3.0"/>
  <p:tag name="KSO_WM_DIAGRAM_GROUP_CODE" val="l1-1"/>
  <p:tag name="KSO_WM_UNIT_TYPE" val="l_h_i"/>
  <p:tag name="KSO_WM_UNIT_INDEX" val="1_1_2"/>
  <p:tag name="KSO_WM_DIAGRAM_VERSION" val="3"/>
  <p:tag name="KSO_WM_DIAGRAM_MAX_ITEMCNT" val="6"/>
  <p:tag name="KSO_WM_DIAGRAM_MIN_ITEMCNT" val="2"/>
  <p:tag name="KSO_WM_DIAGRAM_VIRTUALLY_FRAME" val="{&quot;height&quot;:279.75000000000006,&quot;left&quot;:16.05,&quot;top&quot;:180.44999999999996,&quot;width&quot;:921}"/>
  <p:tag name="KSO_WM_DIAGRAM_COLOR_TRICK" val="1"/>
  <p:tag name="KSO_WM_DIAGRAM_COLOR_TEXT_CAN_REMOVE" val="n"/>
  <p:tag name="KSO_WM_DIAGRAM_COLOR_MATCH_VALUE" val="{&quot;shape&quot;:{&quot;fill&quot;:{&quot;type&quot;:0},&quot;glow&quot;:{&quot;colorType&quot;:0},&quot;line&quot;:{&quot;solidLine&quot;:{&quot;brightness&quot;:0,&quot;colorType&quot;:1,&quot;foreColorIndex&quot;:13,&quot;transparency&quot;:0.69999998807907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259_4*l_h_i*1_2_2"/>
  <p:tag name="KSO_WM_TEMPLATE_CATEGORY" val="custom"/>
  <p:tag name="KSO_WM_TEMPLATE_INDEX" val="20230259"/>
  <p:tag name="KSO_WM_UNIT_LAYERLEVEL" val="1_1_1"/>
  <p:tag name="KSO_WM_TAG_VERSION" val="3.0"/>
  <p:tag name="KSO_WM_DIAGRAM_GROUP_CODE" val="l1-1"/>
  <p:tag name="KSO_WM_UNIT_TYPE" val="l_h_i"/>
  <p:tag name="KSO_WM_UNIT_INDEX" val="1_2_2"/>
  <p:tag name="KSO_WM_DIAGRAM_VERSION" val="3"/>
  <p:tag name="KSO_WM_DIAGRAM_MAX_ITEMCNT" val="6"/>
  <p:tag name="KSO_WM_DIAGRAM_MIN_ITEMCNT" val="2"/>
  <p:tag name="KSO_WM_DIAGRAM_VIRTUALLY_FRAME" val="{&quot;height&quot;:279.75000000000006,&quot;left&quot;:16.05,&quot;top&quot;:180.44999999999996,&quot;width&quot;:921}"/>
  <p:tag name="KSO_WM_DIAGRAM_COLOR_TRICK" val="1"/>
  <p:tag name="KSO_WM_DIAGRAM_COLOR_TEXT_CAN_REMOVE" val="n"/>
  <p:tag name="KSO_WM_DIAGRAM_COLOR_MATCH_VALUE" val="{&quot;shape&quot;:{&quot;fill&quot;:{&quot;type&quot;:0},&quot;glow&quot;:{&quot;colorType&quot;:0},&quot;line&quot;:{&quot;solidLine&quot;:{&quot;brightness&quot;:0,&quot;colorType&quot;:1,&quot;foreColorIndex&quot;:13,&quot;transparency&quot;:0.69999998807907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259_4*l_h_i*1_3_2"/>
  <p:tag name="KSO_WM_TEMPLATE_CATEGORY" val="custom"/>
  <p:tag name="KSO_WM_TEMPLATE_INDEX" val="20230259"/>
  <p:tag name="KSO_WM_UNIT_LAYERLEVEL" val="1_1_1"/>
  <p:tag name="KSO_WM_TAG_VERSION" val="3.0"/>
  <p:tag name="KSO_WM_DIAGRAM_GROUP_CODE" val="l1-1"/>
  <p:tag name="KSO_WM_UNIT_TYPE" val="l_h_i"/>
  <p:tag name="KSO_WM_UNIT_INDEX" val="1_3_2"/>
  <p:tag name="KSO_WM_DIAGRAM_VERSION" val="3"/>
  <p:tag name="KSO_WM_DIAGRAM_MAX_ITEMCNT" val="6"/>
  <p:tag name="KSO_WM_DIAGRAM_MIN_ITEMCNT" val="2"/>
  <p:tag name="KSO_WM_DIAGRAM_VIRTUALLY_FRAME" val="{&quot;height&quot;:279.75000000000006,&quot;left&quot;:16.05,&quot;top&quot;:180.44999999999996,&quot;width&quot;:921}"/>
  <p:tag name="KSO_WM_DIAGRAM_COLOR_TRICK" val="1"/>
  <p:tag name="KSO_WM_DIAGRAM_COLOR_TEXT_CAN_REMOVE" val="n"/>
  <p:tag name="KSO_WM_DIAGRAM_COLOR_MATCH_VALUE" val="{&quot;shape&quot;:{&quot;fill&quot;:{&quot;type&quot;:0},&quot;glow&quot;:{&quot;colorType&quot;:0},&quot;line&quot;:{&quot;solidLine&quot;:{&quot;brightness&quot;:0,&quot;colorType&quot;:1,&quot;foreColorIndex&quot;:13,&quot;transparency&quot;:0.69999998807907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259_4*l_h_i*1_2_1"/>
  <p:tag name="KSO_WM_TEMPLATE_CATEGORY" val="custom"/>
  <p:tag name="KSO_WM_TEMPLATE_INDEX" val="20230259"/>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279.75000000000006,&quot;left&quot;:16.05,&quot;top&quot;:180.44999999999996,&quot;width&quot;:921}"/>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259"/>
  <p:tag name="KSO_WM_UNIT_LAYERLEVEL" val="1_1_1"/>
  <p:tag name="KSO_WM_TAG_VERSION" val="3.0"/>
  <p:tag name="KSO_WM_BEAUTIFY_FLAG" val="#wm#"/>
  <p:tag name="KSO_WM_DIAGRAM_GROUP_CODE" val="l1-1"/>
  <p:tag name="KSO_WM_UNIT_TYPE" val="l_h_f"/>
  <p:tag name="KSO_WM_UNIT_ID" val="custom20230259_4*l_h_f*1_2_1"/>
  <p:tag name="KSO_WM_DIAGRAM_VERSION" val="3"/>
  <p:tag name="KSO_WM_DIAGRAM_MAX_ITEMCNT" val="6"/>
  <p:tag name="KSO_WM_DIAGRAM_MIN_ITEMCNT" val="2"/>
  <p:tag name="KSO_WM_DIAGRAM_VIRTUALLY_FRAME" val="{&quot;height&quot;:279.75000000000006,&quot;left&quot;:16.05,&quot;top&quot;:180.44999999999996,&quot;width&quot;:921}"/>
  <p:tag name="KSO_WM_DIAGRAM_COLOR_TRICK" val="1"/>
  <p:tag name="KSO_WM_DIAGRAM_COLOR_TEXT_CAN_REMOVE" val="n"/>
  <p:tag name="KSO_WM_UNIT_SUBTYPE" val="a"/>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目录标题"/>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259_4*l_h_i*1_3_1"/>
  <p:tag name="KSO_WM_TEMPLATE_CATEGORY" val="custom"/>
  <p:tag name="KSO_WM_TEMPLATE_INDEX" val="20230259"/>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279.75000000000006,&quot;left&quot;:16.05,&quot;top&quot;:180.44999999999996,&quot;width&quot;:921}"/>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259"/>
  <p:tag name="KSO_WM_UNIT_LAYERLEVEL" val="1_1_1"/>
  <p:tag name="KSO_WM_TAG_VERSION" val="3.0"/>
  <p:tag name="KSO_WM_BEAUTIFY_FLAG" val="#wm#"/>
  <p:tag name="KSO_WM_DIAGRAM_GROUP_CODE" val="l1-1"/>
  <p:tag name="KSO_WM_UNIT_TYPE" val="l_h_f"/>
  <p:tag name="KSO_WM_UNIT_ID" val="custom20230259_4*l_h_f*1_3_1"/>
  <p:tag name="KSO_WM_DIAGRAM_VERSION" val="3"/>
  <p:tag name="KSO_WM_DIAGRAM_MAX_ITEMCNT" val="6"/>
  <p:tag name="KSO_WM_DIAGRAM_MIN_ITEMCNT" val="2"/>
  <p:tag name="KSO_WM_DIAGRAM_VIRTUALLY_FRAME" val="{&quot;height&quot;:279.75000000000006,&quot;left&quot;:16.05,&quot;top&quot;:180.44999999999996,&quot;width&quot;:921}"/>
  <p:tag name="KSO_WM_DIAGRAM_COLOR_TRICK" val="1"/>
  <p:tag name="KSO_WM_DIAGRAM_COLOR_TEXT_CAN_REMOVE" val="n"/>
  <p:tag name="KSO_WM_UNIT_SUBTYPE" val="a"/>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目录标题"/>
</p:tagLst>
</file>

<file path=ppt/tags/tag239.xml><?xml version="1.0" encoding="utf-8"?>
<p:tagLst xmlns:p="http://schemas.openxmlformats.org/presentationml/2006/main">
  <p:tag name="KSO_WM_SLIDE_ID" val="custom20230259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259"/>
  <p:tag name="KSO_WM_SLIDE_TYPE" val="contents"/>
  <p:tag name="KSO_WM_SLIDE_SUBTYPE" val="diag"/>
  <p:tag name="KSO_WM_SLIDE_LAYOUT" val="a_l"/>
  <p:tag name="KSO_WM_SLIDE_LAYOUT_CNT" val="1_1"/>
  <p:tag name="KSO_WM_SPECIAL_SOURCE" val="bdnull"/>
  <p:tag name="KSO_WM_DIAGRAM_GROUP_CODE" val="l1-1"/>
  <p:tag name="KSO_WM_SLIDE_DIAGTYPE" val="l"/>
</p:tagLst>
</file>

<file path=ppt/tags/tag240.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59_7*e*1"/>
  <p:tag name="KSO_WM_TEMPLATE_CATEGORY" val="custom"/>
  <p:tag name="KSO_WM_TEMPLATE_INDEX" val="20230259"/>
  <p:tag name="KSO_WM_UNIT_LAYERLEVEL" val="1"/>
  <p:tag name="KSO_WM_TAG_VERSION" val="3.0"/>
  <p:tag name="KSO_WM_BEAUTIFY_FLAG" val="#wm#"/>
  <p:tag name="KSO_WM_UNIT_CONTENT_GROUP_TYPE" val="contentchip"/>
</p:tagLst>
</file>

<file path=ppt/tags/tag24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59_7*a*1"/>
  <p:tag name="KSO_WM_TEMPLATE_CATEGORY" val="custom"/>
  <p:tag name="KSO_WM_TEMPLATE_INDEX" val="20230259"/>
  <p:tag name="KSO_WM_UNIT_LAYERLEVEL" val="1"/>
  <p:tag name="KSO_WM_TAG_VERSION" val="3.0"/>
  <p:tag name="KSO_WM_BEAUTIFY_FLAG" val="#wm#"/>
  <p:tag name="KSO_WM_UNIT_CONTENT_GROUP_TYPE" val="contentchip"/>
  <p:tag name="KSO_WM_UNIT_TEXT_TYPE" val="1"/>
  <p:tag name="KSO_WM_UNIT_PRESET_TEXT" val="添加章节标题"/>
</p:tagLst>
</file>

<file path=ppt/tags/tag242.xml><?xml version="1.0" encoding="utf-8"?>
<p:tagLst xmlns:p="http://schemas.openxmlformats.org/presentationml/2006/main">
  <p:tag name="KSO_WM_SLIDE_ID" val="custom20230259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59"/>
  <p:tag name="KSO_WM_SLIDE_TYPE" val="sectionTitle"/>
  <p:tag name="KSO_WM_SLIDE_SUBTYPE" val="pureTxt"/>
  <p:tag name="KSO_WM_SLIDE_LAYOUT" val="a_e"/>
  <p:tag name="KSO_WM_SLIDE_LAYOUT_CNT" val="1_1"/>
  <p:tag name="KSO_WM_SPECIAL_SOURCE" val="bdnull"/>
  <p:tag name="KSO_WM_SLIDE_CONTENT_AREA" val="{&quot;left&quot;:&quot;137.35&quot;,&quot;top&quot;:&quot;152.65&quot;,&quot;width&quot;:&quot;731.15&quot;,&quot;height&quot;:&quot;223.6&quot;}"/>
</p:tagLst>
</file>

<file path=ppt/tags/tag243.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244.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245.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59_7*e*1"/>
  <p:tag name="KSO_WM_TEMPLATE_CATEGORY" val="custom"/>
  <p:tag name="KSO_WM_TEMPLATE_INDEX" val="20230259"/>
  <p:tag name="KSO_WM_UNIT_LAYERLEVEL" val="1"/>
  <p:tag name="KSO_WM_TAG_VERSION" val="3.0"/>
  <p:tag name="KSO_WM_BEAUTIFY_FLAG" val="#wm#"/>
  <p:tag name="KSO_WM_UNIT_CONTENT_GROUP_TYPE" val="contentchip"/>
</p:tagLst>
</file>

<file path=ppt/tags/tag24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59_7*a*1"/>
  <p:tag name="KSO_WM_TEMPLATE_CATEGORY" val="custom"/>
  <p:tag name="KSO_WM_TEMPLATE_INDEX" val="20230259"/>
  <p:tag name="KSO_WM_UNIT_LAYERLEVEL" val="1"/>
  <p:tag name="KSO_WM_TAG_VERSION" val="3.0"/>
  <p:tag name="KSO_WM_BEAUTIFY_FLAG" val="#wm#"/>
  <p:tag name="KSO_WM_UNIT_CONTENT_GROUP_TYPE" val="contentchip"/>
  <p:tag name="KSO_WM_UNIT_TEXT_TYPE" val="1"/>
  <p:tag name="KSO_WM_UNIT_PRESET_TEXT" val="添加章节标题"/>
</p:tagLst>
</file>

<file path=ppt/tags/tag247.xml><?xml version="1.0" encoding="utf-8"?>
<p:tagLst xmlns:p="http://schemas.openxmlformats.org/presentationml/2006/main">
  <p:tag name="KSO_WM_SLIDE_ID" val="custom20230259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59"/>
  <p:tag name="KSO_WM_SLIDE_TYPE" val="sectionTitle"/>
  <p:tag name="KSO_WM_SLIDE_SUBTYPE" val="pureTxt"/>
  <p:tag name="KSO_WM_SLIDE_LAYOUT" val="a_e"/>
  <p:tag name="KSO_WM_SLIDE_LAYOUT_CNT" val="1_1"/>
  <p:tag name="KSO_WM_SPECIAL_SOURCE" val="bdnull"/>
  <p:tag name="KSO_WM_SLIDE_CONTENT_AREA" val="{&quot;left&quot;:&quot;137.35&quot;,&quot;top&quot;:&quot;152.65&quot;,&quot;width&quot;:&quot;731.15&quot;,&quot;height&quot;:&quot;223.6&quot;}"/>
</p:tagLst>
</file>

<file path=ppt/tags/tag248.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249.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250.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251.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252.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253.xml><?xml version="1.0" encoding="utf-8"?>
<p:tagLst xmlns:p="http://schemas.openxmlformats.org/presentationml/2006/main">
  <p:tag name="KSO_WM_BEAUTIFY_FLAG" val="#wm#"/>
  <p:tag name="KSO_WM_TEMPLATE_CATEGORY" val="custom"/>
  <p:tag name="KSO_WM_TEMPLATE_INDEX" val="20230259"/>
</p:tagLst>
</file>

<file path=ppt/tags/tag254.xml><?xml version="1.0" encoding="utf-8"?>
<p:tagLst xmlns:p="http://schemas.openxmlformats.org/presentationml/2006/main">
  <p:tag name="KSO_WM_BEAUTIFY_FLAG" val="#wm#"/>
  <p:tag name="KSO_WM_TEMPLATE_CATEGORY" val="custom"/>
  <p:tag name="KSO_WM_TEMPLATE_INDEX" val="20230259"/>
</p:tagLst>
</file>

<file path=ppt/tags/tag255.xml><?xml version="1.0" encoding="utf-8"?>
<p:tagLst xmlns:p="http://schemas.openxmlformats.org/presentationml/2006/main">
  <p:tag name="KSO_WM_BEAUTIFY_FLAG" val="#wm#"/>
  <p:tag name="KSO_WM_TEMPLATE_CATEGORY" val="custom"/>
  <p:tag name="KSO_WM_TEMPLATE_INDEX" val="20230259"/>
</p:tagLst>
</file>

<file path=ppt/tags/tag256.xml><?xml version="1.0" encoding="utf-8"?>
<p:tagLst xmlns:p="http://schemas.openxmlformats.org/presentationml/2006/main">
  <p:tag name="KSO_WM_BEAUTIFY_FLAG" val="#wm#"/>
  <p:tag name="KSO_WM_TEMPLATE_CATEGORY" val="custom"/>
  <p:tag name="KSO_WM_TEMPLATE_INDEX" val="20230259"/>
</p:tagLst>
</file>

<file path=ppt/tags/tag257.xml><?xml version="1.0" encoding="utf-8"?>
<p:tagLst xmlns:p="http://schemas.openxmlformats.org/presentationml/2006/main">
  <p:tag name="KSO_WM_BEAUTIFY_FLAG" val="#wm#"/>
  <p:tag name="KSO_WM_TEMPLATE_CATEGORY" val="custom"/>
  <p:tag name="KSO_WM_TEMPLATE_INDEX" val="20230259"/>
</p:tagLst>
</file>

<file path=ppt/tags/tag258.xml><?xml version="1.0" encoding="utf-8"?>
<p:tagLst xmlns:p="http://schemas.openxmlformats.org/presentationml/2006/main">
  <p:tag name="KSO_WM_BEAUTIFY_FLAG" val="#wm#"/>
  <p:tag name="KSO_WM_TEMPLATE_CATEGORY" val="custom"/>
  <p:tag name="KSO_WM_TEMPLATE_INDEX" val="20230259"/>
</p:tagLst>
</file>

<file path=ppt/tags/tag259.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59_7*e*1"/>
  <p:tag name="KSO_WM_TEMPLATE_CATEGORY" val="custom"/>
  <p:tag name="KSO_WM_TEMPLATE_INDEX" val="20230259"/>
  <p:tag name="KSO_WM_UNIT_LAYERLEVEL" val="1"/>
  <p:tag name="KSO_WM_TAG_VERSION" val="3.0"/>
  <p:tag name="KSO_WM_BEAUTIFY_FLAG" val="#wm#"/>
  <p:tag name="KSO_WM_UNIT_CONTENT_GROUP_TYPE" val="contentchip"/>
</p:tagLst>
</file>

<file path=ppt/tags/tag2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59_7*a*1"/>
  <p:tag name="KSO_WM_TEMPLATE_CATEGORY" val="custom"/>
  <p:tag name="KSO_WM_TEMPLATE_INDEX" val="20230259"/>
  <p:tag name="KSO_WM_UNIT_LAYERLEVEL" val="1"/>
  <p:tag name="KSO_WM_TAG_VERSION" val="3.0"/>
  <p:tag name="KSO_WM_BEAUTIFY_FLAG" val="#wm#"/>
  <p:tag name="KSO_WM_UNIT_CONTENT_GROUP_TYPE" val="contentchip"/>
  <p:tag name="KSO_WM_UNIT_TEXT_TYPE" val="1"/>
  <p:tag name="KSO_WM_UNIT_PRESET_TEXT" val="添加章节标题"/>
</p:tagLst>
</file>

<file path=ppt/tags/tag261.xml><?xml version="1.0" encoding="utf-8"?>
<p:tagLst xmlns:p="http://schemas.openxmlformats.org/presentationml/2006/main">
  <p:tag name="KSO_WM_SLIDE_ID" val="custom20230259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59"/>
  <p:tag name="KSO_WM_SLIDE_TYPE" val="sectionTitle"/>
  <p:tag name="KSO_WM_SLIDE_SUBTYPE" val="pureTxt"/>
  <p:tag name="KSO_WM_SLIDE_LAYOUT" val="a_e"/>
  <p:tag name="KSO_WM_SLIDE_LAYOUT_CNT" val="1_1"/>
  <p:tag name="KSO_WM_SPECIAL_SOURCE" val="bdnull"/>
  <p:tag name="KSO_WM_SLIDE_CONTENT_AREA" val="{&quot;left&quot;:&quot;137.35&quot;,&quot;top&quot;:&quot;152.65&quot;,&quot;width&quot;:&quot;731.15&quot;,&quot;height&quot;:&quot;223.6&quot;}"/>
</p:tagLst>
</file>

<file path=ppt/tags/tag262.xml><?xml version="1.0" encoding="utf-8"?>
<p:tagLst xmlns:p="http://schemas.openxmlformats.org/presentationml/2006/main">
  <p:tag name="KSO_WM_BEAUTIFY_FLAG" val="#wm#"/>
  <p:tag name="KSO_WM_TEMPLATE_CATEGORY" val="custom"/>
  <p:tag name="KSO_WM_TEMPLATE_INDEX" val="20230259"/>
</p:tagLst>
</file>

<file path=ppt/tags/tag263.xml><?xml version="1.0" encoding="utf-8"?>
<p:tagLst xmlns:p="http://schemas.openxmlformats.org/presentationml/2006/main">
  <p:tag name="KSO_WM_BEAUTIFY_FLAG" val="#wm#"/>
  <p:tag name="KSO_WM_TEMPLATE_CATEGORY" val="custom"/>
  <p:tag name="KSO_WM_TEMPLATE_INDEX" val="20230259"/>
</p:tagLst>
</file>

<file path=ppt/tags/tag264.xml><?xml version="1.0" encoding="utf-8"?>
<p:tagLst xmlns:p="http://schemas.openxmlformats.org/presentationml/2006/main">
  <p:tag name="KSO_WM_BEAUTIFY_FLAG" val="#wm#"/>
  <p:tag name="KSO_WM_TEMPLATE_CATEGORY" val="custom"/>
  <p:tag name="KSO_WM_TEMPLATE_INDEX" val="20230259"/>
</p:tagLst>
</file>

<file path=ppt/tags/tag265.xml><?xml version="1.0" encoding="utf-8"?>
<p:tagLst xmlns:p="http://schemas.openxmlformats.org/presentationml/2006/main">
  <p:tag name="KSO_WM_BEAUTIFY_FLAG" val="#wm#"/>
  <p:tag name="KSO_WM_TEMPLATE_CATEGORY" val="custom"/>
  <p:tag name="KSO_WM_TEMPLATE_INDEX" val="20230259"/>
</p:tagLst>
</file>

<file path=ppt/tags/tag266.xml><?xml version="1.0" encoding="utf-8"?>
<p:tagLst xmlns:p="http://schemas.openxmlformats.org/presentationml/2006/main">
  <p:tag name="KSO_WM_BEAUTIFY_FLAG" val="#wm#"/>
  <p:tag name="KSO_WM_TEMPLATE_CATEGORY" val="custom"/>
  <p:tag name="KSO_WM_TEMPLATE_INDEX" val="2023025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283B19"/>
      </a:dk2>
      <a:lt2>
        <a:srgbClr val="E3EDE4"/>
      </a:lt2>
      <a:accent1>
        <a:srgbClr val="548235"/>
      </a:accent1>
      <a:accent2>
        <a:srgbClr val="507952"/>
      </a:accent2>
      <a:accent3>
        <a:srgbClr val="4C706E"/>
      </a:accent3>
      <a:accent4>
        <a:srgbClr val="48688B"/>
      </a:accent4>
      <a:accent5>
        <a:srgbClr val="445FA7"/>
      </a:accent5>
      <a:accent6>
        <a:srgbClr val="4056C4"/>
      </a:accent6>
      <a:hlink>
        <a:srgbClr val="0563C1"/>
      </a:hlink>
      <a:folHlink>
        <a:srgbClr val="954F72"/>
      </a:folHlink>
    </a:clrScheme>
    <a:fontScheme name="自定义 21">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
      <a:dk1>
        <a:srgbClr val="000000"/>
      </a:dk1>
      <a:lt1>
        <a:srgbClr val="FFFFFF"/>
      </a:lt1>
      <a:dk2>
        <a:srgbClr val="283B19"/>
      </a:dk2>
      <a:lt2>
        <a:srgbClr val="E3EDE4"/>
      </a:lt2>
      <a:accent1>
        <a:srgbClr val="548235"/>
      </a:accent1>
      <a:accent2>
        <a:srgbClr val="507952"/>
      </a:accent2>
      <a:accent3>
        <a:srgbClr val="4C706E"/>
      </a:accent3>
      <a:accent4>
        <a:srgbClr val="48688B"/>
      </a:accent4>
      <a:accent5>
        <a:srgbClr val="445FA7"/>
      </a:accent5>
      <a:accent6>
        <a:srgbClr val="4056C4"/>
      </a:accent6>
      <a:hlink>
        <a:srgbClr val="0563C1"/>
      </a:hlink>
      <a:folHlink>
        <a:srgbClr val="954F72"/>
      </a:folHlink>
    </a:clrScheme>
    <a:fontScheme name="自定义 21">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
      <a:dk1>
        <a:srgbClr val="000000"/>
      </a:dk1>
      <a:lt1>
        <a:srgbClr val="FFFFFF"/>
      </a:lt1>
      <a:dk2>
        <a:srgbClr val="283B19"/>
      </a:dk2>
      <a:lt2>
        <a:srgbClr val="E3EDE4"/>
      </a:lt2>
      <a:accent1>
        <a:srgbClr val="548235"/>
      </a:accent1>
      <a:accent2>
        <a:srgbClr val="507952"/>
      </a:accent2>
      <a:accent3>
        <a:srgbClr val="4C706E"/>
      </a:accent3>
      <a:accent4>
        <a:srgbClr val="48688B"/>
      </a:accent4>
      <a:accent5>
        <a:srgbClr val="445FA7"/>
      </a:accent5>
      <a:accent6>
        <a:srgbClr val="4056C4"/>
      </a:accent6>
      <a:hlink>
        <a:srgbClr val="0563C1"/>
      </a:hlink>
      <a:folHlink>
        <a:srgbClr val="954F72"/>
      </a:folHlink>
    </a:clrScheme>
    <a:fontScheme name="自定义 21">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3352</Words>
  <Application>WPS 演示</Application>
  <PresentationFormat>宽屏</PresentationFormat>
  <Paragraphs>196</Paragraphs>
  <Slides>23</Slides>
  <Notes>0</Notes>
  <HiddenSlides>0</HiddenSlides>
  <MMClips>0</MMClips>
  <ScaleCrop>false</ScaleCrop>
  <HeadingPairs>
    <vt:vector size="6" baseType="variant">
      <vt:variant>
        <vt:lpstr>已用的字体</vt:lpstr>
      </vt:variant>
      <vt:variant>
        <vt:i4>14</vt:i4>
      </vt:variant>
      <vt:variant>
        <vt:lpstr>主题</vt:lpstr>
      </vt:variant>
      <vt:variant>
        <vt:i4>4</vt:i4>
      </vt:variant>
      <vt:variant>
        <vt:lpstr>幻灯片标题</vt:lpstr>
      </vt:variant>
      <vt:variant>
        <vt:i4>23</vt:i4>
      </vt:variant>
    </vt:vector>
  </HeadingPairs>
  <TitlesOfParts>
    <vt:vector size="41" baseType="lpstr">
      <vt:lpstr>Arial</vt:lpstr>
      <vt:lpstr>宋体</vt:lpstr>
      <vt:lpstr>Wingdings</vt:lpstr>
      <vt:lpstr>Wingdings</vt:lpstr>
      <vt:lpstr>MiSans Normal</vt:lpstr>
      <vt:lpstr>微软雅黑</vt:lpstr>
      <vt:lpstr>MiSans Heavy</vt:lpstr>
      <vt:lpstr>Segoe Print</vt:lpstr>
      <vt:lpstr>Arial Unicode MS</vt:lpstr>
      <vt:lpstr>Calibri</vt:lpstr>
      <vt:lpstr>Arial</vt:lpstr>
      <vt:lpstr>汉仪君黑-45简</vt:lpstr>
      <vt:lpstr>黑体</vt:lpstr>
      <vt:lpstr>MiSans Normal</vt:lpstr>
      <vt:lpstr>WPS</vt:lpstr>
      <vt:lpstr>Office 主题</vt:lpstr>
      <vt:lpstr>1_Office 主题</vt:lpstr>
      <vt:lpstr>2_Office 主题</vt:lpstr>
      <vt:lpstr>携程旅行网可用性评估</vt:lpstr>
      <vt:lpstr>CONTENT</vt:lpstr>
      <vt:lpstr>所选网站及用例</vt:lpstr>
      <vt:lpstr>PowerPoint 演示文稿</vt:lpstr>
      <vt:lpstr>PowerPoint 演示文稿</vt:lpstr>
      <vt:lpstr>评估计划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结果报告</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李紫浩</dc:creator>
  <cp:lastModifiedBy>未入门的学习爱好者</cp:lastModifiedBy>
  <cp:revision>16</cp:revision>
  <dcterms:created xsi:type="dcterms:W3CDTF">2023-08-09T12:44:00Z</dcterms:created>
  <dcterms:modified xsi:type="dcterms:W3CDTF">2025-05-12T03:29:02Z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2052-12.1.0.20784</vt:lpwstr>
  </property>
</Properties>
</file>